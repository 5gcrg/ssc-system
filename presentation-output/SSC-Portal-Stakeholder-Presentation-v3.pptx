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4a84a704734afd" /><Relationship Type="http://schemas.openxmlformats.org/officeDocument/2006/relationships/extended-properties" Target="/docProps/app.xml" Id="R121b3b25db3a4a17" /><Relationship Type="http://schemas.openxmlformats.org/officeDocument/2006/relationships/officeDocument" Target="/ppt/presentation.xml" Id="R6c7ca987edcb4866" /></Relationships>
</file>

<file path=ppt/presentation.xml><?xml version="1.0" encoding="utf-8"?>
<p:presentation xmlns:p="http://schemas.openxmlformats.org/presentationml/2006/main">
  <p:sldMasterIdLst>
    <p:sldMasterId xmlns:r="http://schemas.openxmlformats.org/officeDocument/2006/relationships" id="2147483648" r:id="R1238f5d29eb549aa"/>
  </p:sldMasterIdLst>
  <p:notesMasterIdLst>
    <p:notesMasterId xmlns:r="http://schemas.openxmlformats.org/officeDocument/2006/relationships" r:id="R45c2c11521cc48ef"/>
  </p:notesMasterIdLst>
  <p:sldIdLst>
    <p:sldId xmlns:r="http://schemas.openxmlformats.org/officeDocument/2006/relationships" id="256" r:id="R01837eaba06b405f"/>
    <p:sldId xmlns:r="http://schemas.openxmlformats.org/officeDocument/2006/relationships" id="257" r:id="R257b299f946f4eea"/>
    <p:sldId xmlns:r="http://schemas.openxmlformats.org/officeDocument/2006/relationships" id="258" r:id="Rfb682d2ff4894714"/>
    <p:sldId xmlns:r="http://schemas.openxmlformats.org/officeDocument/2006/relationships" id="259" r:id="R3f5ca1770bfa499d"/>
    <p:sldId xmlns:r="http://schemas.openxmlformats.org/officeDocument/2006/relationships" id="260" r:id="R41b69a283020423a"/>
    <p:sldId xmlns:r="http://schemas.openxmlformats.org/officeDocument/2006/relationships" id="261" r:id="Re1168865c7e047e8"/>
    <p:sldId xmlns:r="http://schemas.openxmlformats.org/officeDocument/2006/relationships" id="262" r:id="R2de06b5a89e04e69"/>
    <p:sldId xmlns:r="http://schemas.openxmlformats.org/officeDocument/2006/relationships" id="263" r:id="R80bfc68531a24f00"/>
    <p:sldId xmlns:r="http://schemas.openxmlformats.org/officeDocument/2006/relationships" id="264" r:id="R8550095f715e4517"/>
    <p:sldId xmlns:r="http://schemas.openxmlformats.org/officeDocument/2006/relationships" id="265" r:id="R522659d53ff94df8"/>
    <p:sldId xmlns:r="http://schemas.openxmlformats.org/officeDocument/2006/relationships" id="266" r:id="Re7f40d21a5984e6a"/>
    <p:sldId xmlns:r="http://schemas.openxmlformats.org/officeDocument/2006/relationships" id="267" r:id="Rc1ea53acb38a42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a26b8c0f1c4eba" /><Relationship Type="http://schemas.openxmlformats.org/officeDocument/2006/relationships/slideMaster" Target="/ppt/slideMasters/slideMaster1.xml" Id="R1238f5d29eb549aa" /><Relationship Type="http://schemas.openxmlformats.org/officeDocument/2006/relationships/notesMaster" Target="/ppt/notesMasters/notesMaster1.xml" Id="R45c2c11521cc48ef" /><Relationship Type="http://schemas.openxmlformats.org/officeDocument/2006/relationships/presProps" Target="/ppt/presProps.xml" Id="R0e834a2cb76e40c5" /><Relationship Type="http://schemas.openxmlformats.org/officeDocument/2006/relationships/tableStyles" Target="/ppt/tableStyles.xml" Id="Rf8d1904e78c4491a" /><Relationship Type="http://schemas.openxmlformats.org/officeDocument/2006/relationships/slide" Target="/ppt/slides/slide1.xml" Id="R01837eaba06b405f" /><Relationship Type="http://schemas.openxmlformats.org/officeDocument/2006/relationships/slide" Target="/ppt/slides/slide2.xml" Id="R257b299f946f4eea" /><Relationship Type="http://schemas.openxmlformats.org/officeDocument/2006/relationships/slide" Target="/ppt/slides/slide3.xml" Id="Rfb682d2ff4894714" /><Relationship Type="http://schemas.openxmlformats.org/officeDocument/2006/relationships/slide" Target="/ppt/slides/slide4.xml" Id="R3f5ca1770bfa499d" /><Relationship Type="http://schemas.openxmlformats.org/officeDocument/2006/relationships/slide" Target="/ppt/slides/slide5.xml" Id="R41b69a283020423a" /><Relationship Type="http://schemas.openxmlformats.org/officeDocument/2006/relationships/slide" Target="/ppt/slides/slide6.xml" Id="Re1168865c7e047e8" /><Relationship Type="http://schemas.openxmlformats.org/officeDocument/2006/relationships/slide" Target="/ppt/slides/slide7.xml" Id="R2de06b5a89e04e69" /><Relationship Type="http://schemas.openxmlformats.org/officeDocument/2006/relationships/slide" Target="/ppt/slides/slide8.xml" Id="R80bfc68531a24f00" /><Relationship Type="http://schemas.openxmlformats.org/officeDocument/2006/relationships/slide" Target="/ppt/slides/slide9.xml" Id="R8550095f715e4517" /><Relationship Type="http://schemas.openxmlformats.org/officeDocument/2006/relationships/slide" Target="/ppt/slides/slide10.xml" Id="R522659d53ff94df8" /><Relationship Type="http://schemas.openxmlformats.org/officeDocument/2006/relationships/slide" Target="/ppt/slides/slide11.xml" Id="Re7f40d21a5984e6a" /><Relationship Type="http://schemas.openxmlformats.org/officeDocument/2006/relationships/slide" Target="/ppt/slides/slide12.xml" Id="Rc1ea53acb38a42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33a10aa35e47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b171e56ad840a5" /><Relationship Type="http://schemas.openxmlformats.org/officeDocument/2006/relationships/notesMaster" Target="/ppt/notesMasters/notesMaster1.xml" Id="R200e31bc98b248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4043132c6e4649" /><Relationship Type="http://schemas.openxmlformats.org/officeDocument/2006/relationships/notesMaster" Target="/ppt/notesMasters/notesMaster1.xml" Id="Rbf6d906d7b934e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3253e52d3b4792" /><Relationship Type="http://schemas.openxmlformats.org/officeDocument/2006/relationships/notesMaster" Target="/ppt/notesMasters/notesMaster1.xml" Id="R4e37b5cd409845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660f83b3114664" /><Relationship Type="http://schemas.openxmlformats.org/officeDocument/2006/relationships/notesMaster" Target="/ppt/notesMasters/notesMaster1.xml" Id="R2a19246027f44d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2e67bf53b14f71" /><Relationship Type="http://schemas.openxmlformats.org/officeDocument/2006/relationships/notesMaster" Target="/ppt/notesMasters/notesMaster1.xml" Id="Rdce33e5384f945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1d80e28ab44646" /><Relationship Type="http://schemas.openxmlformats.org/officeDocument/2006/relationships/notesMaster" Target="/ppt/notesMasters/notesMaster1.xml" Id="R50ffbee083a84e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46eb6f24c445d2" /><Relationship Type="http://schemas.openxmlformats.org/officeDocument/2006/relationships/notesMaster" Target="/ppt/notesMasters/notesMaster1.xml" Id="Rf0b00455a2134b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e6916a783a4058" /><Relationship Type="http://schemas.openxmlformats.org/officeDocument/2006/relationships/notesMaster" Target="/ppt/notesMasters/notesMaster1.xml" Id="R247b671902c34b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0fc756620c4143" /><Relationship Type="http://schemas.openxmlformats.org/officeDocument/2006/relationships/notesMaster" Target="/ppt/notesMasters/notesMaster1.xml" Id="R2a344a8add9b40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e175812cd84058" /><Relationship Type="http://schemas.openxmlformats.org/officeDocument/2006/relationships/notesMaster" Target="/ppt/notesMasters/notesMaster1.xml" Id="R3a46d257acef40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c0f3be88eb4f31" /><Relationship Type="http://schemas.openxmlformats.org/officeDocument/2006/relationships/notesMaster" Target="/ppt/notesMasters/notesMaster1.xml" Id="Ra1c40afef95a46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2e873246214170" /><Relationship Type="http://schemas.openxmlformats.org/officeDocument/2006/relationships/notesMaster" Target="/ppt/notesMasters/notesMaster1.xml" Id="Ra492022d9ec34c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V60;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33 backend tests, 12 browser scenarios, and a clean database setup through migration V60.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V1–V60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5ce08e910e43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61e221213f44ca" /><Relationship Type="http://schemas.openxmlformats.org/officeDocument/2006/relationships/slideLayout" Target="/ppt/slideLayouts/slideLayout1.xml" Id="R956f29ff131c46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6f29ff131c46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96a8998a6641e4" /><Relationship Type="http://schemas.openxmlformats.org/officeDocument/2006/relationships/image" Target="/ppt/media/image.png" Id="Rdbf65c8eaf7a47df" /><Relationship Type="http://schemas.openxmlformats.org/officeDocument/2006/relationships/notesSlide" Target="/ppt/notesSlides/notesSlide1.xml" Id="R59d10e0bb9bc4f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8862d1635d4336" /><Relationship Type="http://schemas.openxmlformats.org/officeDocument/2006/relationships/notesSlide" Target="/ppt/notesSlides/notesSlide2.xml" Id="Rbe164016587a4e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d81b5db6404b5c" /><Relationship Type="http://schemas.openxmlformats.org/officeDocument/2006/relationships/notesSlide" Target="/ppt/notesSlides/notesSlide3.xml" Id="R08999c5a5ea741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7c585236ff4688" /><Relationship Type="http://schemas.openxmlformats.org/officeDocument/2006/relationships/image" Target="/ppt/media/image2.png" Id="R7f2bcabe1153451c" /><Relationship Type="http://schemas.openxmlformats.org/officeDocument/2006/relationships/notesSlide" Target="/ppt/notesSlides/notesSlide4.xml" Id="Ra7a878a8a9cb4f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6ddfddb3b941be" /><Relationship Type="http://schemas.openxmlformats.org/officeDocument/2006/relationships/image" Target="/ppt/media/image3.png" Id="R7c25c60043f54839" /><Relationship Type="http://schemas.openxmlformats.org/officeDocument/2006/relationships/notesSlide" Target="/ppt/notesSlides/notesSlide5.xml" Id="Rff50211a4dad4d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e3bc002f8c48c0" /><Relationship Type="http://schemas.openxmlformats.org/officeDocument/2006/relationships/image" Target="/ppt/media/image4.png" Id="R79e6ad295d1b468d" /><Relationship Type="http://schemas.openxmlformats.org/officeDocument/2006/relationships/notesSlide" Target="/ppt/notesSlides/notesSlide6.xml" Id="R544110ac06fc48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8a4bad50664c3b" /><Relationship Type="http://schemas.openxmlformats.org/officeDocument/2006/relationships/image" Target="/ppt/media/image5.png" Id="R88db88dbfe5c4bf0" /><Relationship Type="http://schemas.openxmlformats.org/officeDocument/2006/relationships/notesSlide" Target="/ppt/notesSlides/notesSlide7.xml" Id="Re79fca6d367642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1716e4f4f94785" /><Relationship Type="http://schemas.openxmlformats.org/officeDocument/2006/relationships/image" Target="/ppt/media/image6.png" Id="R41b8b79e8b464ff1" /><Relationship Type="http://schemas.openxmlformats.org/officeDocument/2006/relationships/image" Target="/ppt/media/image7.png" Id="R0b53d04615df471d" /><Relationship Type="http://schemas.openxmlformats.org/officeDocument/2006/relationships/image" Target="/ppt/media/image8.png" Id="R50d0231ed23944df" /><Relationship Type="http://schemas.openxmlformats.org/officeDocument/2006/relationships/notesSlide" Target="/ppt/notesSlides/notesSlide8.xml" Id="R37e5be7482a64b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d95f7b6662487b" /><Relationship Type="http://schemas.openxmlformats.org/officeDocument/2006/relationships/notesSlide" Target="/ppt/notesSlides/notesSlide9.xml" Id="R6c739b0dcc4d40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5f3514f9f343cc" /><Relationship Type="http://schemas.openxmlformats.org/officeDocument/2006/relationships/notesSlide" Target="/ppt/notesSlides/notesSlide10.xml" Id="R882cace214cf4f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39967830b8484b" /><Relationship Type="http://schemas.openxmlformats.org/officeDocument/2006/relationships/notesSlide" Target="/ppt/notesSlides/notesSlide11.xml" Id="R8dd7984b03c849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b01d6fd7454b7a" /><Relationship Type="http://schemas.openxmlformats.org/officeDocument/2006/relationships/notesSlide" Target="/ppt/notesSlides/notesSlide12.xml" Id="R0c48886a0c544b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18503E-4D34-44C1-8E6F-FC4FFD407492}"/>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9A4E09-E371-4C7A-9CDE-6BFDC5F3254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f65c8eaf7a47df"/>
          <a:srcRect xmlns:a="http://schemas.openxmlformats.org/drawingml/2006/main" l="27239" t="0" r="27239" b="0"/>
          <a:stretch xmlns:a="http://schemas.openxmlformats.org/drawingml/2006/main">
            <a:fillRect l="0" t="0" r="0" b="0"/>
          </a:stretch>
        </p:blipFill>
        <p:spPr>
          <a:xfrm xmlns:a="http://schemas.openxmlformats.org/drawingml/2006/main">
            <a:off x="5905500" y="0"/>
            <a:ext cx="6286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EC597-AC2B-4517-9219-5DFDDAA216A8}"/>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5" name="">
            <a:extLst xmlns:a="http://schemas.openxmlformats.org/drawingml/2006/main">
              <a:ext uri="{FF2B5EF4-FFF2-40B4-BE49-F238E27FC236}">
                <a16:creationId xmlns:a16="http://schemas.microsoft.com/office/drawing/2014/main" id="{064AB288-E440-4B34-9F98-81227AC762B0}"/>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6" name="">
            <a:extLst xmlns:a="http://schemas.openxmlformats.org/drawingml/2006/main">
              <a:ext uri="{FF2B5EF4-FFF2-40B4-BE49-F238E27FC236}">
                <a16:creationId xmlns:a16="http://schemas.microsoft.com/office/drawing/2014/main" id="{AD14A0D6-0574-44AC-AF5B-CD0B1EE8C976}"/>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7" name="">
            <a:extLst xmlns:a="http://schemas.openxmlformats.org/drawingml/2006/main">
              <a:ext uri="{FF2B5EF4-FFF2-40B4-BE49-F238E27FC236}">
                <a16:creationId xmlns:a16="http://schemas.microsoft.com/office/drawing/2014/main" id="{4775B3A1-3E7B-4B58-BDB3-C250F8E5F665}"/>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1460678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E1E6063-00F0-4BFA-A981-5A83A517C2D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EC1F79-CEC9-4693-8264-05476E438E59}"/>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175CC0D9-4486-4C3A-AAC9-D7C50A4F0B13}"/>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B66B6E60-71D3-4264-BA9A-1D277119BC5E}"/>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E62C71E8-FCF3-478F-A8AF-9F2C8A9A715D}"/>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271780EC-B1B4-4785-8F18-13B97C52BE0D}"/>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4E1E6EF0-2635-49E2-9150-7DBE6DD2DD0B}"/>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85181C45-571D-4F4C-B654-AA5B12A4B2F3}"/>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84FEA346-0076-4A5A-A341-5122323B7759}"/>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9ECB3886-D31D-4F63-9A0B-9A247DA48FF1}"/>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268CD1D4-0E26-4136-BDBA-D48931084B08}"/>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EFB17659-3397-40E3-98EA-660E09976DEE}"/>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110C4789-CD16-4214-8DA2-2F695AD04294}"/>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11307F60-22AF-4DA8-896F-968B7707F9F6}"/>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83526BA1-7B20-4CF0-A62C-CDE0485D3D37}"/>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D9CC22D4-3125-4CEF-A389-06CCB37AF9BD}"/>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15404FE5-A232-476D-A003-838AD4B291E3}"/>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336400B1-39EE-4B96-AF04-99626468D209}"/>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966274926"/>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1EE38D-77D6-4E2E-9058-0477F20EC6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60DA97-954C-4CE5-BBB5-3375921CF7E3}"/>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B49C74E1-02C3-4D91-ACF3-E3E12BC1B6B0}"/>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9A5C284F-6E9F-4D9A-85DE-93E33DC350BF}"/>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1EE125DF-8409-4316-A223-698CAC315D9E}"/>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E98B469A-4684-40F9-B587-31DD92EDF8C1}"/>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9763F655-62FD-449E-91E6-86EC48794AD9}"/>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1742FA-398F-4B1E-B834-EC7D50E0B585}"/>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8F706863-7CD5-42C7-97F2-6B25C9071E79}"/>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69FD4774-1AB7-4B81-80DE-9CF67120C239}"/>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988C86E0-2FBD-4CC7-AF74-3E070357C3CD}"/>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EF8784-5CE9-4B0D-A2D4-C2F8F620F405}"/>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3926252F-545D-4DB8-B2DD-69812385C0E0}"/>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CE96BC24-A76B-457C-A13E-F2B812E87483}"/>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96525717-573B-4AF8-BA42-E1313D81F65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1920450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7AE5DB-781C-40E6-B12C-DE826A665AC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647F49-B37B-4D81-BA12-EDF626BF9712}"/>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10AACD2B-6A09-48B6-9512-D37F8371DC9B}"/>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F85E8BCC-4EC1-4D6C-8C0F-E8562C395BF7}"/>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A0DECE-BE80-4D86-9A23-99311EDFE3B4}"/>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C26826C0-B514-4957-9842-B1D37D1DC9F9}"/>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2bcabe1153451c"/>
          <a:srcRect xmlns:a="http://schemas.openxmlformats.org/drawingml/2006/main" l="12286" t="0" r="12286" b="0"/>
          <a:stretch xmlns:a="http://schemas.openxmlformats.org/drawingml/2006/main">
            <a:fillRect l="0" t="0" r="0" b="0"/>
          </a:stretch>
        </p:blipFill>
        <p:spPr>
          <a:xfrm xmlns:a="http://schemas.openxmlformats.org/drawingml/2006/main">
            <a:off x="5286375" y="1409700"/>
            <a:ext cx="6286500" cy="4143375"/>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720D7F35-4918-4439-B406-A7A59982C3E1}"/>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1474660434"/>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3E6F214-47BD-40C7-9AF8-011111ECAB4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55155F-B5AC-49D9-9FBE-74F4E4897D69}"/>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4E04FA4C-2161-48EC-9A84-CF32B51F7EBF}"/>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c25c60043f54839"/>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D684C89B-D448-4E4B-A8C1-98E0D4087FAC}"/>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4686E047-BA4F-44A5-9AA4-25868FB4F2B7}"/>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D707940B-BFA3-4B63-9D61-E632EBA021C0}"/>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DE66834F-87CF-4DFD-BE1E-1F849A55EB04}"/>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7FD1AFB2-09A5-4E7E-B89B-5F51C5EF1A6E}"/>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B1ACBAC6-5AD9-491D-AF90-387F647D6FC7}"/>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006B1F23-34F1-4150-8AB3-A3344DC890EF}"/>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79C20698-3427-4E6E-AD14-AFF64BD07907}"/>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B30AE8B0-08B6-4592-9FA2-2E22764E4D2E}"/>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CAAFEAD1-65F7-444E-AA16-BAB80DF9E25F}"/>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2358357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3A97C5D-2547-4227-A7AD-BDD5677B1B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982DAF-C9DD-492B-969D-FAF4B5CD5D0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9e6ad295d1b468d"/>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AC09CF58-A35F-48A4-AC09-1DC2BEA30252}"/>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E5E3374D-F872-4146-9BD3-13A935CFD222}"/>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71AF14-6702-4B2C-911B-01FA634F7C45}"/>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551572F9-EE7F-4709-A5F8-53458FC05212}"/>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EBE8756E-FB4B-4C4D-AC0D-4D87FC8C08FE}"/>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0239B8-39F1-47F5-BC7C-4B2753C540BE}"/>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F5E6C740-6A77-47B3-B0BE-0E7F49DFA91A}"/>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154D0D2D-4923-47D9-A245-E5C8F64FA410}"/>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6AA950-6C7E-4BB6-B15F-1455A3960E57}"/>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7CCF77D9-41C3-49FE-A151-3FFDB0C2B62D}"/>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63D07BCA-48B9-4ABD-845E-734BBAF13E15}"/>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344451226"/>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D7F9B2-0DE0-4B5B-9FCA-24E9B176F73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2B8D12-BC84-407A-AEEA-240E5A34F2A1}"/>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B55C41EA-98B5-4381-B587-F8FCC3C2D26B}"/>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db88dbfe5c4bf0"/>
          <a:srcRect xmlns:a="http://schemas.openxmlformats.org/drawingml/2006/main" l="0" t="8895" r="0" b="8895"/>
          <a:stretch xmlns:a="http://schemas.openxmlformats.org/drawingml/2006/main">
            <a:fillRect l="0" t="0" r="0" b="0"/>
          </a:stretch>
        </p:blipFill>
        <p:spPr>
          <a:xfrm xmlns:a="http://schemas.openxmlformats.org/drawingml/2006/main">
            <a:off x="590550" y="1428750"/>
            <a:ext cx="11010900"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AF0A668D-C2D9-4028-B1AF-A02A96729D4E}"/>
              </a:ext>
            </a:extLst>
          </p:cNvPr>
          <p:cNvSpPr>
            <a:spLocks xmlns:a="http://schemas.openxmlformats.org/drawingml/2006/main" noGrp="1"/>
          </p:cNvSpPr>
          <p:nvPr/>
        </p:nvSpPr>
        <p:spPr>
          <a:xfrm xmlns:a="http://schemas.openxmlformats.org/drawingml/2006/main">
            <a:off x="8239125" y="5219700"/>
            <a:ext cx="2905125" cy="552450"/>
          </a:xfrm>
          <a:prstGeom xmlns:a="http://schemas.openxmlformats.org/drawingml/2006/main" prst="roundRect">
            <a:avLst>
              <a:gd name="adj" fmla="val 24138"/>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95365A-31B7-4A91-9AA3-47EC64F64991}"/>
              </a:ext>
            </a:extLst>
          </p:cNvPr>
          <p:cNvSpPr>
            <a:spLocks xmlns:a="http://schemas.openxmlformats.org/drawingml/2006/main" noGrp="1"/>
          </p:cNvSpPr>
          <p:nvPr/>
        </p:nvSpPr>
        <p:spPr>
          <a:xfrm xmlns:a="http://schemas.openxmlformats.org/drawingml/2006/main">
            <a:off x="8420100" y="5391150"/>
            <a:ext cx="2543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Status stays visible</a:t>
            </a:r>
          </a:p>
        </p:txBody>
      </p:sp>
      <p:sp>
        <p:nvSpPr>
          <p:cNvPr id="7" name="">
            <a:extLst xmlns:a="http://schemas.openxmlformats.org/drawingml/2006/main">
              <a:ext uri="{FF2B5EF4-FFF2-40B4-BE49-F238E27FC236}">
                <a16:creationId xmlns:a16="http://schemas.microsoft.com/office/drawing/2014/main" id="{22F012B2-0DF6-435E-9FB4-8C1DD227C7DE}"/>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10945141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427F479-15E5-4168-A3D3-9B5162E180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2D45ED-08CB-463F-A514-F515D92EC8FA}"/>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F412A46E-345A-426E-8651-9F59FC33AF88}"/>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01A62A5F-69DF-4E0E-B710-E13353459FEC}"/>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E974410E-161C-4B4C-B200-8CFD6F8A7672}"/>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C0115CE2-AC09-4A74-9327-14FF9EE9816B}"/>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DE1224CA-44E1-46AB-980D-197B0BF4A1DE}"/>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4506F457-0361-43B4-89C1-C5ED5326A553}"/>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CE4F7539-C038-4F63-AF03-CE8C82510D69}"/>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b8b79e8b464ff1"/>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sp>
        <p:nvSpPr>
          <p:cNvPr id="11" name="">
            <a:extLst xmlns:a="http://schemas.openxmlformats.org/drawingml/2006/main">
              <a:ext uri="{FF2B5EF4-FFF2-40B4-BE49-F238E27FC236}">
                <a16:creationId xmlns:a16="http://schemas.microsoft.com/office/drawing/2014/main" id="{86ACBF6B-F45B-46C6-A5FF-AB02E9668C74}"/>
              </a:ext>
            </a:extLst>
          </p:cNvPr>
          <p:cNvSpPr>
            <a:spLocks xmlns:a="http://schemas.openxmlformats.org/drawingml/2006/main" noGrp="1"/>
          </p:cNvSpPr>
          <p:nvPr/>
        </p:nvSpPr>
        <p:spPr>
          <a:xfrm xmlns:a="http://schemas.openxmlformats.org/drawingml/2006/main">
            <a:off x="666750" y="3048000"/>
            <a:ext cx="3000375" cy="2819400"/>
          </a:xfrm>
          <a:prstGeom xmlns:a="http://schemas.openxmlformats.org/drawingml/2006/main" prst="roundRect">
            <a:avLst>
              <a:gd name="adj" fmla="val 4054"/>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1DA20C-1EF5-4854-8371-E0DA61475334}"/>
              </a:ext>
            </a:extLst>
          </p:cNvPr>
          <p:cNvSpPr>
            <a:spLocks xmlns:a="http://schemas.openxmlformats.org/drawingml/2006/main" noGrp="1"/>
          </p:cNvSpPr>
          <p:nvPr/>
        </p:nvSpPr>
        <p:spPr>
          <a:xfrm xmlns:a="http://schemas.openxmlformats.org/drawingml/2006/main">
            <a:off x="895350" y="3905250"/>
            <a:ext cx="76200" cy="819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384505-94D6-4D54-9B40-C7CA4F4838D3}"/>
              </a:ext>
            </a:extLst>
          </p:cNvPr>
          <p:cNvSpPr>
            <a:spLocks xmlns:a="http://schemas.openxmlformats.org/drawingml/2006/main" noGrp="1"/>
          </p:cNvSpPr>
          <p:nvPr/>
        </p:nvSpPr>
        <p:spPr>
          <a:xfrm xmlns:a="http://schemas.openxmlformats.org/drawingml/2006/main">
            <a:off x="1162050" y="40195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Personal student details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hidden for presentation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b53d04615df471d"/>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0d0231ed23944df"/>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6" name="">
            <a:extLst xmlns:a="http://schemas.openxmlformats.org/drawingml/2006/main">
              <a:ext uri="{FF2B5EF4-FFF2-40B4-BE49-F238E27FC236}">
                <a16:creationId xmlns:a16="http://schemas.microsoft.com/office/drawing/2014/main" id="{384761F0-8D51-40AF-8F05-1FC96CDAD43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1530154268"/>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7153C80-67E6-445F-9578-CFB8F914D7B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0B42C-6D4E-4912-995F-83FEAA4D5564}"/>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F344D2BA-6CFA-4BE6-9599-9DD0F179FDA6}"/>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4C5147A9-0DB5-4AF5-A544-F10E48C90AC4}"/>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95A4DC6B-7DCC-4D96-B87E-94C4D8E934DF}"/>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816705-4BF6-4C99-9A48-A57171738910}"/>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D13907EF-6BFA-4C8F-BBF6-F45A89A193CE}"/>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94FC06AB-8B89-495C-A0BA-EAC932CE0CE2}"/>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0F7731-D49F-4BA0-A952-5DA961A65F14}"/>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EC191EDC-9D80-46B4-82A5-80282EB85192}"/>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C310E214-B892-4107-8E68-98AD6A4D0288}"/>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AF0FEE-6F80-40E1-A59C-C39B855DB2FF}"/>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E7CB442A-2ADA-4515-BC6B-6A998C7100E8}"/>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47B309EA-6374-4C30-A0F8-1F6ADB430D8E}"/>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15708757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1EEC44F-7A5C-42CF-B8FC-03D8BC8B3F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E13856-8E6E-4E20-B3E2-DE9E4BF1D501}"/>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E937E2C9-7CFD-4307-ADF1-ECB04C9B1B1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47A84610-05CA-40D3-8DDA-EB049655BC91}"/>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8308E119-A76C-4E96-9BDE-09040E53E897}"/>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E7CAD881-22F4-4BC4-91B3-F61368D58E19}"/>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38CD5302-5626-4EAB-AFF4-9873EF9711F3}"/>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EF2475-B672-4B8C-B727-840A9A48F53E}"/>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85A9D604-FC6A-4A89-BD65-52DAF6F8C6E5}"/>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23FD6CAF-58E0-416B-8EED-B0F2660605FD}"/>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800A2EF3-BCA4-472A-9A8B-A36E6FE0FC68}"/>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56866A58-086A-4656-8157-462D47E80F7E}"/>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EC978BA6-9C36-4CA7-AD24-3FF9879200B4}"/>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DD69CCFC-2DAE-473E-8ABD-B80611FBAD66}"/>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D62AD2CA-45E9-4FBC-8FFF-99B6CAD5CAEB}"/>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4BC96C30-5165-4EA3-86BB-CBCCBD78336A}"/>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E6C025B-54AC-49CD-B999-3E90A811237A}"/>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38CA8B91-4F9B-4991-8CB0-8AE284B5E30C}"/>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C41EB2C6-38F9-4462-8872-E6CD3A4AF8B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1711744960"/>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315EA6-2888-47EC-82FD-801481387F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BD5113-9599-496B-BAA5-C2732012CDF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B8AB522B-4639-4748-B657-BEE15BB6D214}"/>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499A56CF-7027-418E-A19A-CC82E9728B91}"/>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33</a:t>
            </a:r>
          </a:p>
        </p:txBody>
      </p:sp>
      <p:sp>
        <p:nvSpPr>
          <p:cNvPr id="5" name="">
            <a:extLst xmlns:a="http://schemas.openxmlformats.org/drawingml/2006/main">
              <a:ext uri="{FF2B5EF4-FFF2-40B4-BE49-F238E27FC236}">
                <a16:creationId xmlns:a16="http://schemas.microsoft.com/office/drawing/2014/main" id="{2BBA043F-1AFF-4B6B-9F91-7DFAB55701A7}"/>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C6652952-4A19-4ABC-9AD1-E25691C06886}"/>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B35F380D-D0B9-4280-A01A-D041E6D36E91}"/>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CFD722EE-7685-4BDA-8D19-D0DC526022BE}"/>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V60</a:t>
            </a:r>
          </a:p>
        </p:txBody>
      </p:sp>
      <p:sp>
        <p:nvSpPr>
          <p:cNvPr id="9" name="">
            <a:extLst xmlns:a="http://schemas.openxmlformats.org/drawingml/2006/main">
              <a:ext uri="{FF2B5EF4-FFF2-40B4-BE49-F238E27FC236}">
                <a16:creationId xmlns:a16="http://schemas.microsoft.com/office/drawing/2014/main" id="{1AAAF295-B3F0-4934-94C6-8A7BBBDF6A60}"/>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ACBE8432-097B-4751-B34F-06720656C2A8}"/>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6B9721-F1F3-4FF2-927D-A0469C69A078}"/>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9DCB9E3F-0C45-46B4-A298-585FD3457073}"/>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D870E707-E1E4-4D80-BABA-349FB48D151A}"/>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DAE32B-4B15-4FCB-87D8-30BE32E4BC37}"/>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2A418C50-992E-4E77-B175-DB5329EC6B38}"/>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AI assistance requires policy review</a:t>
            </a:r>
          </a:p>
        </p:txBody>
      </p:sp>
      <p:sp>
        <p:nvSpPr>
          <p:cNvPr id="16" name="">
            <a:extLst xmlns:a="http://schemas.openxmlformats.org/drawingml/2006/main">
              <a:ext uri="{FF2B5EF4-FFF2-40B4-BE49-F238E27FC236}">
                <a16:creationId xmlns:a16="http://schemas.microsoft.com/office/drawing/2014/main" id="{36A31933-773E-4D14-A3E1-F4B5B9F0247B}"/>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9F8CF225-0742-4933-91C1-AE2BD9A97CC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247204458"/>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5CE192-C3B4-4319-B70B-663777225A6B}"/>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7582CEEF-E5BB-4A34-B5EC-68A85D02F828}"/>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3EE37B03-2844-4962-A5A0-1E7C6C02674E}"/>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7AA405-75A0-4D5E-A3BB-17B03D3EC14B}"/>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918BBBA1-59F6-4DD4-A2F5-9A476A4D30AE}"/>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461ED9-4031-413F-BFFA-751E9CFD204A}"/>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021CA669-5EE6-4F19-9294-79A342D45508}"/>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1658108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2026-09-08T14:43:35.3390000Z</dcterms:created>
  <dcterms:modified xsi:type="dcterms:W3CDTF">2026-09-08T14:43:35.3390000Z</dcterms:modified>
</coreProperties>
</file>