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65b0f4feaa4d41" /><Relationship Type="http://schemas.openxmlformats.org/officeDocument/2006/relationships/extended-properties" Target="/docProps/app.xml" Id="R61bd649641d1486f" /><Relationship Type="http://schemas.openxmlformats.org/officeDocument/2006/relationships/officeDocument" Target="/ppt/presentation.xml" Id="Rec47dd4a82754cb9" /></Relationships>
</file>

<file path=ppt/presentation.xml><?xml version="1.0" encoding="utf-8"?>
<p:presentation xmlns:p="http://schemas.openxmlformats.org/presentationml/2006/main">
  <p:sldMasterIdLst>
    <p:sldMasterId xmlns:r="http://schemas.openxmlformats.org/officeDocument/2006/relationships" id="2147483648" r:id="Rf279335eb49b46fc"/>
  </p:sldMasterIdLst>
  <p:notesMasterIdLst>
    <p:notesMasterId xmlns:r="http://schemas.openxmlformats.org/officeDocument/2006/relationships" r:id="R7c5558bee6c94688"/>
  </p:notesMasterIdLst>
  <p:sldIdLst>
    <p:sldId xmlns:r="http://schemas.openxmlformats.org/officeDocument/2006/relationships" id="256" r:id="R3784b0a066644652"/>
    <p:sldId xmlns:r="http://schemas.openxmlformats.org/officeDocument/2006/relationships" id="257" r:id="Rddce1f5ba49a48bc"/>
    <p:sldId xmlns:r="http://schemas.openxmlformats.org/officeDocument/2006/relationships" id="258" r:id="Rb3c34a6165784df6"/>
    <p:sldId xmlns:r="http://schemas.openxmlformats.org/officeDocument/2006/relationships" id="259" r:id="Rfd2d2279442d4f32"/>
    <p:sldId xmlns:r="http://schemas.openxmlformats.org/officeDocument/2006/relationships" id="260" r:id="R74a67ad800174e63"/>
    <p:sldId xmlns:r="http://schemas.openxmlformats.org/officeDocument/2006/relationships" id="261" r:id="Rdae2198582e7436c"/>
    <p:sldId xmlns:r="http://schemas.openxmlformats.org/officeDocument/2006/relationships" id="262" r:id="R1935fff62ddb436a"/>
    <p:sldId xmlns:r="http://schemas.openxmlformats.org/officeDocument/2006/relationships" id="263" r:id="R963503f510584581"/>
    <p:sldId xmlns:r="http://schemas.openxmlformats.org/officeDocument/2006/relationships" id="264" r:id="Re389932e4c774207"/>
    <p:sldId xmlns:r="http://schemas.openxmlformats.org/officeDocument/2006/relationships" id="265" r:id="R735a61c534584e89"/>
    <p:sldId xmlns:r="http://schemas.openxmlformats.org/officeDocument/2006/relationships" id="266" r:id="R73f9f119f72c4e4a"/>
    <p:sldId xmlns:r="http://schemas.openxmlformats.org/officeDocument/2006/relationships" id="267" r:id="R670763e70d2940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d44e4f37214498" /><Relationship Type="http://schemas.openxmlformats.org/officeDocument/2006/relationships/slideMaster" Target="/ppt/slideMasters/slideMaster1.xml" Id="Rf279335eb49b46fc" /><Relationship Type="http://schemas.openxmlformats.org/officeDocument/2006/relationships/notesMaster" Target="/ppt/notesMasters/notesMaster1.xml" Id="R7c5558bee6c94688" /><Relationship Type="http://schemas.openxmlformats.org/officeDocument/2006/relationships/presProps" Target="/ppt/presProps.xml" Id="R00d149e4d1a64829" /><Relationship Type="http://schemas.openxmlformats.org/officeDocument/2006/relationships/tableStyles" Target="/ppt/tableStyles.xml" Id="R00e37873567f4a86" /><Relationship Type="http://schemas.openxmlformats.org/officeDocument/2006/relationships/slide" Target="/ppt/slides/slide1.xml" Id="R3784b0a066644652" /><Relationship Type="http://schemas.openxmlformats.org/officeDocument/2006/relationships/slide" Target="/ppt/slides/slide2.xml" Id="Rddce1f5ba49a48bc" /><Relationship Type="http://schemas.openxmlformats.org/officeDocument/2006/relationships/slide" Target="/ppt/slides/slide3.xml" Id="Rb3c34a6165784df6" /><Relationship Type="http://schemas.openxmlformats.org/officeDocument/2006/relationships/slide" Target="/ppt/slides/slide4.xml" Id="Rfd2d2279442d4f32" /><Relationship Type="http://schemas.openxmlformats.org/officeDocument/2006/relationships/slide" Target="/ppt/slides/slide5.xml" Id="R74a67ad800174e63" /><Relationship Type="http://schemas.openxmlformats.org/officeDocument/2006/relationships/slide" Target="/ppt/slides/slide6.xml" Id="Rdae2198582e7436c" /><Relationship Type="http://schemas.openxmlformats.org/officeDocument/2006/relationships/slide" Target="/ppt/slides/slide7.xml" Id="R1935fff62ddb436a" /><Relationship Type="http://schemas.openxmlformats.org/officeDocument/2006/relationships/slide" Target="/ppt/slides/slide8.xml" Id="R963503f510584581" /><Relationship Type="http://schemas.openxmlformats.org/officeDocument/2006/relationships/slide" Target="/ppt/slides/slide9.xml" Id="Re389932e4c774207" /><Relationship Type="http://schemas.openxmlformats.org/officeDocument/2006/relationships/slide" Target="/ppt/slides/slide10.xml" Id="R735a61c534584e89" /><Relationship Type="http://schemas.openxmlformats.org/officeDocument/2006/relationships/slide" Target="/ppt/slides/slide11.xml" Id="R73f9f119f72c4e4a" /><Relationship Type="http://schemas.openxmlformats.org/officeDocument/2006/relationships/slide" Target="/ppt/slides/slide12.xml" Id="R670763e70d2940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0c531e91bc46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a6cd6d7bb9433f" /><Relationship Type="http://schemas.openxmlformats.org/officeDocument/2006/relationships/notesMaster" Target="/ppt/notesMasters/notesMaster1.xml" Id="R3cdd4c310e9e42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9bcee531ba444c" /><Relationship Type="http://schemas.openxmlformats.org/officeDocument/2006/relationships/notesMaster" Target="/ppt/notesMasters/notesMaster1.xml" Id="R0d1aa1267eea46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1af30ea64c459e" /><Relationship Type="http://schemas.openxmlformats.org/officeDocument/2006/relationships/notesMaster" Target="/ppt/notesMasters/notesMaster1.xml" Id="R231d5475675743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202052afe94ec6" /><Relationship Type="http://schemas.openxmlformats.org/officeDocument/2006/relationships/notesMaster" Target="/ppt/notesMasters/notesMaster1.xml" Id="R2a51a865d5604c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2bfa2bdb97443e" /><Relationship Type="http://schemas.openxmlformats.org/officeDocument/2006/relationships/notesMaster" Target="/ppt/notesMasters/notesMaster1.xml" Id="R0a060c54514049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6cf3fd7a804097" /><Relationship Type="http://schemas.openxmlformats.org/officeDocument/2006/relationships/notesMaster" Target="/ppt/notesMasters/notesMaster1.xml" Id="Rbfbb28fea2c24d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dfd20c7eba414c" /><Relationship Type="http://schemas.openxmlformats.org/officeDocument/2006/relationships/notesMaster" Target="/ppt/notesMasters/notesMaster1.xml" Id="R30d6477db40241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accb573dc340dd" /><Relationship Type="http://schemas.openxmlformats.org/officeDocument/2006/relationships/notesMaster" Target="/ppt/notesMasters/notesMaster1.xml" Id="R7291a904e8b949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24ce88f22e4fac" /><Relationship Type="http://schemas.openxmlformats.org/officeDocument/2006/relationships/notesMaster" Target="/ppt/notesMasters/notesMaster1.xml" Id="R057b96a68b7841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4a4567f1ff4bcd" /><Relationship Type="http://schemas.openxmlformats.org/officeDocument/2006/relationships/notesMaster" Target="/ppt/notesMasters/notesMaster1.xml" Id="R546d2f0712964e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af091f633a4c21" /><Relationship Type="http://schemas.openxmlformats.org/officeDocument/2006/relationships/notesMaster" Target="/ppt/notesMasters/notesMaster1.xml" Id="Ra4e18033530b4a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806ff540474431" /><Relationship Type="http://schemas.openxmlformats.org/officeDocument/2006/relationships/notesMaster" Target="/ppt/notesMasters/notesMaster1.xml" Id="R234000060c0d44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V61;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36 backend tests, 12 browser scenarios, and a clean database setup through migration V61.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V1–V61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eb56d096864d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ebbd377d404959" /><Relationship Type="http://schemas.openxmlformats.org/officeDocument/2006/relationships/slideLayout" Target="/ppt/slideLayouts/slideLayout1.xml" Id="R645f1ce188ec42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5f1ce188ec42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8b87d1e757442d" /><Relationship Type="http://schemas.openxmlformats.org/officeDocument/2006/relationships/image" Target="/ppt/media/image.png" Id="R624885d7e9304383" /><Relationship Type="http://schemas.openxmlformats.org/officeDocument/2006/relationships/notesSlide" Target="/ppt/notesSlides/notesSlide1.xml" Id="Rb0b037f4dfea4a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7f0905a0ac4384" /><Relationship Type="http://schemas.openxmlformats.org/officeDocument/2006/relationships/notesSlide" Target="/ppt/notesSlides/notesSlide2.xml" Id="Rcba64ceb775343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0565d3e1414f49" /><Relationship Type="http://schemas.openxmlformats.org/officeDocument/2006/relationships/notesSlide" Target="/ppt/notesSlides/notesSlide3.xml" Id="R86ab4adc281445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f070e6adfd46fa" /><Relationship Type="http://schemas.openxmlformats.org/officeDocument/2006/relationships/image" Target="/ppt/media/image2.png" Id="R418688637e834bbd" /><Relationship Type="http://schemas.openxmlformats.org/officeDocument/2006/relationships/notesSlide" Target="/ppt/notesSlides/notesSlide4.xml" Id="Rbe817d71e1e743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18c65d714e4e98" /><Relationship Type="http://schemas.openxmlformats.org/officeDocument/2006/relationships/image" Target="/ppt/media/image3.png" Id="Rfb6a048a68b241c6" /><Relationship Type="http://schemas.openxmlformats.org/officeDocument/2006/relationships/notesSlide" Target="/ppt/notesSlides/notesSlide5.xml" Id="R3ca8f50d18bc46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97b336e9904537" /><Relationship Type="http://schemas.openxmlformats.org/officeDocument/2006/relationships/image" Target="/ppt/media/image4.png" Id="R872159d86d9e405f" /><Relationship Type="http://schemas.openxmlformats.org/officeDocument/2006/relationships/notesSlide" Target="/ppt/notesSlides/notesSlide6.xml" Id="Rfb3d4ff0af834d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7fa52bb8424869" /><Relationship Type="http://schemas.openxmlformats.org/officeDocument/2006/relationships/image" Target="/ppt/media/image5.png" Id="R6ef7476696a34709" /><Relationship Type="http://schemas.openxmlformats.org/officeDocument/2006/relationships/notesSlide" Target="/ppt/notesSlides/notesSlide7.xml" Id="Rfe8ba332259f4b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ba28aa97be4c67" /><Relationship Type="http://schemas.openxmlformats.org/officeDocument/2006/relationships/image" Target="/ppt/media/image6.png" Id="R6f758135a7934592" /><Relationship Type="http://schemas.openxmlformats.org/officeDocument/2006/relationships/image" Target="/ppt/media/image7.png" Id="R9a99a545bf7a4409" /><Relationship Type="http://schemas.openxmlformats.org/officeDocument/2006/relationships/image" Target="/ppt/media/image8.png" Id="R3682f8504f3c4c3d" /><Relationship Type="http://schemas.openxmlformats.org/officeDocument/2006/relationships/notesSlide" Target="/ppt/notesSlides/notesSlide8.xml" Id="R071b4aa7474740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9cd942679b4d7a" /><Relationship Type="http://schemas.openxmlformats.org/officeDocument/2006/relationships/notesSlide" Target="/ppt/notesSlides/notesSlide9.xml" Id="R7e1aa43ed63c47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beeec9b8464217" /><Relationship Type="http://schemas.openxmlformats.org/officeDocument/2006/relationships/notesSlide" Target="/ppt/notesSlides/notesSlide10.xml" Id="R38dbef75267647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52d64e508a40bf" /><Relationship Type="http://schemas.openxmlformats.org/officeDocument/2006/relationships/notesSlide" Target="/ppt/notesSlides/notesSlide11.xml" Id="R37d4fc2d279a4f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c4a38e24b740ee" /><Relationship Type="http://schemas.openxmlformats.org/officeDocument/2006/relationships/notesSlide" Target="/ppt/notesSlides/notesSlide12.xml" Id="Ra52d5c6781e14ce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35C83E-2D81-4E8A-9E3D-C51DBEDF5910}"/>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C94808-9404-42F0-B10F-1013A5EE77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53B065-19F7-4F65-B602-849486F1E69D}"/>
              </a:ext>
            </a:extLst>
          </p:cNvPr>
          <p:cNvSpPr>
            <a:spLocks xmlns:a="http://schemas.openxmlformats.org/drawingml/2006/main" noGrp="1"/>
          </p:cNvSpPr>
          <p:nvPr/>
        </p:nvSpPr>
        <p:spPr>
          <a:xfrm xmlns:a="http://schemas.openxmlformats.org/drawingml/2006/main">
            <a:off x="5905500" y="0"/>
            <a:ext cx="6286500" cy="6858000"/>
          </a:xfrm>
          <a:prstGeom xmlns:a="http://schemas.openxmlformats.org/drawingml/2006/main" prst="rect">
            <a:avLst/>
          </a:prstGeom>
          <a:solidFill xmlns:a="http://schemas.openxmlformats.org/drawingml/2006/main">
            <a:srgbClr val="F5F6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779EFD-BE85-423E-A503-1CD370BA4939}"/>
              </a:ext>
            </a:extLst>
          </p:cNvPr>
          <p:cNvSpPr>
            <a:spLocks xmlns:a="http://schemas.openxmlformats.org/drawingml/2006/main" noGrp="1"/>
          </p:cNvSpPr>
          <p:nvPr/>
        </p:nvSpPr>
        <p:spPr>
          <a:xfrm xmlns:a="http://schemas.openxmlformats.org/drawingml/2006/main">
            <a:off x="6257925" y="1247775"/>
            <a:ext cx="5581650" cy="3124200"/>
          </a:xfrm>
          <a:prstGeom xmlns:a="http://schemas.openxmlformats.org/drawingml/2006/main" prst="roundRect">
            <a:avLst>
              <a:gd name="adj" fmla="val 5488"/>
            </a:avLst>
          </a:prstGeom>
          <a:solidFill xmlns:a="http://schemas.openxmlformats.org/drawingml/2006/main">
            <a:srgbClr val="FFFFFF"/>
          </a:solidFill>
          <a:ln xmlns:a="http://schemas.openxmlformats.org/drawingml/2006/main" w="9525">
            <a:solidFill>
              <a:srgbClr val="D9DDE3"/>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24885d7e9304383"/>
          <a:stretch xmlns:a="http://schemas.openxmlformats.org/drawingml/2006/main"/>
        </p:blipFill>
        <p:spPr>
          <a:xfrm xmlns:a="http://schemas.openxmlformats.org/drawingml/2006/main">
            <a:off x="6381750" y="1485409"/>
            <a:ext cx="5334000" cy="2648933"/>
          </a:xfrm>
          <a:prstGeom xmlns:a="http://schemas.openxmlformats.org/drawingml/2006/main" prst="roundRect">
            <a:avLst>
              <a:gd name="adj" fmla="val 3311"/>
            </a:avLst>
          </a:prstGeom>
        </p:spPr>
      </p:pic>
      <p:sp>
        <p:nvSpPr>
          <p:cNvPr id="6" name="">
            <a:extLst xmlns:a="http://schemas.openxmlformats.org/drawingml/2006/main">
              <a:ext uri="{FF2B5EF4-FFF2-40B4-BE49-F238E27FC236}">
                <a16:creationId xmlns:a16="http://schemas.microsoft.com/office/drawing/2014/main" id="{60F9C9BD-A111-49A0-B7D8-652671B85E0D}"/>
              </a:ext>
            </a:extLst>
          </p:cNvPr>
          <p:cNvSpPr>
            <a:spLocks xmlns:a="http://schemas.openxmlformats.org/drawingml/2006/main" noGrp="1"/>
          </p:cNvSpPr>
          <p:nvPr/>
        </p:nvSpPr>
        <p:spPr>
          <a:xfrm xmlns:a="http://schemas.openxmlformats.org/drawingml/2006/main">
            <a:off x="6724650" y="4895850"/>
            <a:ext cx="400050" cy="47625"/>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5C0C6B-DB71-4F8E-AB02-FE58DA677A5E}"/>
              </a:ext>
            </a:extLst>
          </p:cNvPr>
          <p:cNvSpPr>
            <a:spLocks xmlns:a="http://schemas.openxmlformats.org/drawingml/2006/main" noGrp="1"/>
          </p:cNvSpPr>
          <p:nvPr/>
        </p:nvSpPr>
        <p:spPr>
          <a:xfrm xmlns:a="http://schemas.openxmlformats.org/drawingml/2006/main">
            <a:off x="6724650" y="51339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One shared workflow for student activities</a:t>
            </a:r>
          </a:p>
        </p:txBody>
      </p:sp>
      <p:sp>
        <p:nvSpPr>
          <p:cNvPr id="8" name="">
            <a:extLst xmlns:a="http://schemas.openxmlformats.org/drawingml/2006/main">
              <a:ext uri="{FF2B5EF4-FFF2-40B4-BE49-F238E27FC236}">
                <a16:creationId xmlns:a16="http://schemas.microsoft.com/office/drawing/2014/main" id="{3B913597-6CBA-46F2-A89B-DCCAEB84CB98}"/>
              </a:ext>
            </a:extLst>
          </p:cNvPr>
          <p:cNvSpPr>
            <a:spLocks xmlns:a="http://schemas.openxmlformats.org/drawingml/2006/main" noGrp="1"/>
          </p:cNvSpPr>
          <p:nvPr/>
        </p:nvSpPr>
        <p:spPr>
          <a:xfrm xmlns:a="http://schemas.openxmlformats.org/drawingml/2006/main">
            <a:off x="6724650" y="582930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B7280"/>
                </a:solidFill>
                <a:latin typeface="Segoe UI"/>
                <a:ea typeface="Segoe UI"/>
                <a:cs typeface="Segoe UI"/>
              </a:defRPr>
            </a:pPr>
            <a:r>
              <a:rPr sz="1275" b="0">
                <a:solidFill>
                  <a:srgbClr val="6B7280"/>
                </a:solidFill>
                <a:latin typeface="Segoe UI"/>
                <a:ea typeface="Segoe UI"/>
                <a:cs typeface="Segoe UI"/>
              </a:rPr>
              <a:t>For students, faculty moderators, and administrators</a:t>
            </a:r>
          </a:p>
        </p:txBody>
      </p:sp>
      <p:sp>
        <p:nvSpPr>
          <p:cNvPr id="9" name="">
            <a:extLst xmlns:a="http://schemas.openxmlformats.org/drawingml/2006/main">
              <a:ext uri="{FF2B5EF4-FFF2-40B4-BE49-F238E27FC236}">
                <a16:creationId xmlns:a16="http://schemas.microsoft.com/office/drawing/2014/main" id="{ED75F48C-6F0A-41B2-84FD-23D3BA5C6250}"/>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10" name="">
            <a:extLst xmlns:a="http://schemas.openxmlformats.org/drawingml/2006/main">
              <a:ext uri="{FF2B5EF4-FFF2-40B4-BE49-F238E27FC236}">
                <a16:creationId xmlns:a16="http://schemas.microsoft.com/office/drawing/2014/main" id="{C2EEB2B4-004C-43C7-AEEB-120CD603BA5A}"/>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11" name="">
            <a:extLst xmlns:a="http://schemas.openxmlformats.org/drawingml/2006/main">
              <a:ext uri="{FF2B5EF4-FFF2-40B4-BE49-F238E27FC236}">
                <a16:creationId xmlns:a16="http://schemas.microsoft.com/office/drawing/2014/main" id="{F595B0BC-2226-4B12-B653-874D690B3AB5}"/>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12" name="">
            <a:extLst xmlns:a="http://schemas.openxmlformats.org/drawingml/2006/main">
              <a:ext uri="{FF2B5EF4-FFF2-40B4-BE49-F238E27FC236}">
                <a16:creationId xmlns:a16="http://schemas.microsoft.com/office/drawing/2014/main" id="{6CD61297-2948-44F2-88A4-F76DAA6DC6C2}"/>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20479951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B01233-5525-4C1A-B697-8133EAC0CE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362042-8309-4C0C-8E71-B55B43194E8C}"/>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A5BCC813-A1B1-41CF-9994-08A7EBFF962E}"/>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3090C6E4-CC83-4C41-8142-8EB479E31334}"/>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363B4EB4-4A0C-4137-8B03-D25C57606918}"/>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378876C6-BD5F-4109-90E8-0434BC39843D}"/>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A2B472DA-8416-4F1C-BDB0-5BA82AFD4E02}"/>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DC036FCF-CB51-4929-B9B9-0289B1221C75}"/>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29F3F7A9-2A08-48B8-ADC7-2B191D96E51C}"/>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6D819854-49F4-4D6A-B96A-FE7E9082C19D}"/>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C6AA0931-EB56-4518-BDD7-E2CE9F9B4F20}"/>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AE9867D8-D4A5-4F43-BAC6-4B419D0AB758}"/>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BD54EC65-F57D-451E-AB06-8822DE2542D9}"/>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F8930189-B880-4E7D-B06B-8179563C251D}"/>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B77A3BB3-55E4-48AC-A774-E00066CEE09B}"/>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712F8879-24D2-423F-816B-3B9335D919B1}"/>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1CE5BC03-66DD-4E84-BCA3-E0F2C236567B}"/>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0BF77728-04C5-48F3-8C8C-455FF92C5E18}"/>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1802007786"/>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37A747B-2165-416E-ACA0-1FE14373A2B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1A3FD8-C221-4427-A768-FFE2A7CAA7A3}"/>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4BD5C1BC-CBAD-49A4-B863-8481BF705279}"/>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059722E4-190F-435B-B382-66FA9F3166E8}"/>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783DB867-6841-47CB-97C3-DF3162919241}"/>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59D30195-A4EA-44F3-B4B2-618A7F7285B7}"/>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ED743077-D25A-4FD3-91EA-CD2D42618D79}"/>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92C0E2-0CB6-47DD-979B-822DC35209A3}"/>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AD7F9EEE-83B9-4286-A50D-C5235F944F36}"/>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EBBCB342-A0FA-4E23-84F7-8709EDFC3F74}"/>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D6CFD10F-E547-4F8B-A049-A369ECA9456D}"/>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B001DBD-505B-40FB-9DF4-82B17F946FD3}"/>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1605C25F-6E20-4D92-8E27-8CEC6FC0DF6E}"/>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DA945BFD-4940-424A-ABA0-A5E24138F1FD}"/>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4259DCAB-4BD0-4FB1-8684-8810ECB8CC2D}"/>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1946165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D9570B-294A-42F3-AC0A-D36E9EF8A41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98BEE2-B4D9-4B64-8A3B-03D7421DF96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9889D4D6-BB67-429F-B7BA-A4C7B68311C2}"/>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47A399DB-ADF7-47F5-BF38-9574ED39D2E4}"/>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B0CC53-68B7-4F7F-AB7A-53F6EB103627}"/>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FBAB2A2E-08D8-43C2-AFFC-5D5B650796E3}"/>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18688637e834bbd"/>
          <a:srcRect xmlns:a="http://schemas.openxmlformats.org/drawingml/2006/main" l="12286" t="0" r="12286" b="0"/>
          <a:stretch xmlns:a="http://schemas.openxmlformats.org/drawingml/2006/main">
            <a:fillRect l="0" t="0" r="0" b="0"/>
          </a:stretch>
        </p:blipFill>
        <p:spPr>
          <a:xfrm xmlns:a="http://schemas.openxmlformats.org/drawingml/2006/main">
            <a:off x="5286375" y="1409700"/>
            <a:ext cx="6286500" cy="4143375"/>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9B5DFEAA-DE7A-46CE-94DC-D1F115AEEDD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1839065573"/>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1B2266-F42B-4EE6-B87D-638CDBF2AB9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20010F-A466-4C45-955E-616755A433A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A529D306-C7A7-4FF2-9982-BEE95F532757}"/>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b6a048a68b241c6"/>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416AAC31-7485-4B88-9509-9322C292CF83}"/>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4F9F4F22-1495-44C3-9834-13CB0FA9A351}"/>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72C8EAA1-F130-4E02-90D5-A781D8A798D3}"/>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E3E439BE-9F0D-4685-832A-3684620E789A}"/>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8957D779-CF56-466E-AEDA-EE60C0251D0D}"/>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69BF9DF2-A9A5-44B4-B21C-31C4FB7A800C}"/>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1C8F0B03-27FF-473C-B411-D95022518B7D}"/>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1049AA87-996E-4520-A39C-98FE416FF24F}"/>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7282F006-DA55-424E-9ED2-9C6DADE02FC5}"/>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929B6DBF-9E6F-48D1-8851-09785C79CFD1}"/>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12600290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112ECD2-28A4-4A5B-806C-FC9C55CA2FC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C527C7-A5BE-4DE6-AE1D-E6C7825F167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72159d86d9e405f"/>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1279936B-7382-4396-8DD1-B614DD3585E0}"/>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0B1287F3-A3E6-4C4A-9A62-79C29EE7481F}"/>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807FF9-CC13-4377-AA40-54F14DF30C6F}"/>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3247897E-A711-4E12-9817-DDC889032D5D}"/>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6C7AFBD5-24CF-4799-8C33-FBC6636CEA25}"/>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34127E-5629-4C3F-A403-CA3FBB3F8F2B}"/>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13EC0A9F-5F53-4560-908C-B0764421EB03}"/>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3D513127-A215-41A4-811A-0665E89F167E}"/>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0236A6-D1CB-4544-A5AB-AEA196AB244D}"/>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79385C07-9417-4564-911C-C6357C6B9EF8}"/>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F954A285-66A1-44E3-87A9-4FE05E514B3C}"/>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1318828495"/>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547412-77CE-49C8-85FF-8E3D59580E4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671070-9D95-48EA-B876-FDDCA67877C4}"/>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756AD424-D305-495A-82ED-11FBC52D84D7}"/>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ef7476696a34709"/>
          <a:srcRect xmlns:a="http://schemas.openxmlformats.org/drawingml/2006/main" l="0" t="8895" r="0" b="8895"/>
          <a:stretch xmlns:a="http://schemas.openxmlformats.org/drawingml/2006/main">
            <a:fillRect l="0" t="0" r="0" b="0"/>
          </a:stretch>
        </p:blipFill>
        <p:spPr>
          <a:xfrm xmlns:a="http://schemas.openxmlformats.org/drawingml/2006/main">
            <a:off x="590550" y="1428750"/>
            <a:ext cx="11010900"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E1C0C707-5314-43EA-9218-BDD8D4CC969C}"/>
              </a:ext>
            </a:extLst>
          </p:cNvPr>
          <p:cNvSpPr>
            <a:spLocks xmlns:a="http://schemas.openxmlformats.org/drawingml/2006/main" noGrp="1"/>
          </p:cNvSpPr>
          <p:nvPr/>
        </p:nvSpPr>
        <p:spPr>
          <a:xfrm xmlns:a="http://schemas.openxmlformats.org/drawingml/2006/main">
            <a:off x="8239125" y="5219700"/>
            <a:ext cx="2905125" cy="552450"/>
          </a:xfrm>
          <a:prstGeom xmlns:a="http://schemas.openxmlformats.org/drawingml/2006/main" prst="roundRect">
            <a:avLst>
              <a:gd name="adj" fmla="val 24138"/>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E3422E-F83E-4256-8288-F596AB18D710}"/>
              </a:ext>
            </a:extLst>
          </p:cNvPr>
          <p:cNvSpPr>
            <a:spLocks xmlns:a="http://schemas.openxmlformats.org/drawingml/2006/main" noGrp="1"/>
          </p:cNvSpPr>
          <p:nvPr/>
        </p:nvSpPr>
        <p:spPr>
          <a:xfrm xmlns:a="http://schemas.openxmlformats.org/drawingml/2006/main">
            <a:off x="8420100" y="5391150"/>
            <a:ext cx="2543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FFFFFF"/>
                </a:solidFill>
                <a:latin typeface="Segoe UI"/>
                <a:ea typeface="Segoe UI"/>
                <a:cs typeface="Segoe UI"/>
              </a:defRPr>
            </a:pPr>
            <a:r>
              <a:rPr sz="1425" b="1">
                <a:solidFill>
                  <a:srgbClr val="FFFFFF"/>
                </a:solidFill>
                <a:latin typeface="Segoe UI"/>
                <a:ea typeface="Segoe UI"/>
                <a:cs typeface="Segoe UI"/>
              </a:rPr>
              <a:t>Status stays visible</a:t>
            </a:r>
          </a:p>
        </p:txBody>
      </p:sp>
      <p:sp>
        <p:nvSpPr>
          <p:cNvPr id="7" name="">
            <a:extLst xmlns:a="http://schemas.openxmlformats.org/drawingml/2006/main">
              <a:ext uri="{FF2B5EF4-FFF2-40B4-BE49-F238E27FC236}">
                <a16:creationId xmlns:a16="http://schemas.microsoft.com/office/drawing/2014/main" id="{19F76AE5-42AE-4E9C-865A-A2B2397CF2F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11634458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956651-9586-4DD7-B783-E28FBF8D5A3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5A97A4-3CBE-4D86-9813-5977F774CAC2}"/>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3AD0D35A-CC5E-4E9E-AB54-344F838E8218}"/>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2423608B-19B0-4849-965D-58F718DAA694}"/>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5142050E-3D85-45FA-A94A-2FFA366C8F4E}"/>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59BCC3AC-68ED-4200-9ADA-B1B285EBC1C0}"/>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254F039A-AB47-459C-97DE-ECBA3D843EE6}"/>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E6506A6B-976D-4091-B425-E45302BE927E}"/>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946F2C89-7EC8-4585-81F7-D7E6420658AA}"/>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f758135a7934592"/>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sp>
        <p:nvSpPr>
          <p:cNvPr id="11" name="">
            <a:extLst xmlns:a="http://schemas.openxmlformats.org/drawingml/2006/main">
              <a:ext uri="{FF2B5EF4-FFF2-40B4-BE49-F238E27FC236}">
                <a16:creationId xmlns:a16="http://schemas.microsoft.com/office/drawing/2014/main" id="{8EC39F88-E0B8-47C0-9396-F6C3112E0885}"/>
              </a:ext>
            </a:extLst>
          </p:cNvPr>
          <p:cNvSpPr>
            <a:spLocks xmlns:a="http://schemas.openxmlformats.org/drawingml/2006/main" noGrp="1"/>
          </p:cNvSpPr>
          <p:nvPr/>
        </p:nvSpPr>
        <p:spPr>
          <a:xfrm xmlns:a="http://schemas.openxmlformats.org/drawingml/2006/main">
            <a:off x="666750" y="3048000"/>
            <a:ext cx="3000375" cy="2819400"/>
          </a:xfrm>
          <a:prstGeom xmlns:a="http://schemas.openxmlformats.org/drawingml/2006/main" prst="roundRect">
            <a:avLst>
              <a:gd name="adj" fmla="val 4054"/>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F79701-41FF-41AA-9531-BA1C98A7B5C1}"/>
              </a:ext>
            </a:extLst>
          </p:cNvPr>
          <p:cNvSpPr>
            <a:spLocks xmlns:a="http://schemas.openxmlformats.org/drawingml/2006/main" noGrp="1"/>
          </p:cNvSpPr>
          <p:nvPr/>
        </p:nvSpPr>
        <p:spPr>
          <a:xfrm xmlns:a="http://schemas.openxmlformats.org/drawingml/2006/main">
            <a:off x="895350" y="3905250"/>
            <a:ext cx="76200" cy="819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9EE70FA-36CF-43AA-BC5C-17B55B4F803D}"/>
              </a:ext>
            </a:extLst>
          </p:cNvPr>
          <p:cNvSpPr>
            <a:spLocks xmlns:a="http://schemas.openxmlformats.org/drawingml/2006/main" noGrp="1"/>
          </p:cNvSpPr>
          <p:nvPr/>
        </p:nvSpPr>
        <p:spPr>
          <a:xfrm xmlns:a="http://schemas.openxmlformats.org/drawingml/2006/main">
            <a:off x="1162050" y="4019550"/>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Personal student details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hidden for presentation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a99a545bf7a4409"/>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682f8504f3c4c3d"/>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6" name="">
            <a:extLst xmlns:a="http://schemas.openxmlformats.org/drawingml/2006/main">
              <a:ext uri="{FF2B5EF4-FFF2-40B4-BE49-F238E27FC236}">
                <a16:creationId xmlns:a16="http://schemas.microsoft.com/office/drawing/2014/main" id="{DB8E20A1-9D49-42A6-A9B1-A6D9D292FF31}"/>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1816614094"/>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2794CA8-661C-4C8A-86B9-1559CCB1CB5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5AF0E2-DA9E-40F9-A4D8-A2232C97FEA4}"/>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B1EBB064-5FCA-485C-8195-A206E305D598}"/>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38DFCD68-71E7-4160-9F19-359FF4279DB5}"/>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2EDB75F7-E6ED-4196-9155-CF11CB4F8467}"/>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4BF8BA-9692-4835-AF51-FD074C5C26E7}"/>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FEF40219-137C-4A14-BE65-228872848F65}"/>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6FA8ED31-048E-450A-8A2A-4D8ED4A82BA2}"/>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1002D3B-60E2-4D53-888C-D03EB272A9FA}"/>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97A93CC5-C68E-4399-BB5C-0F793C6C22BF}"/>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7FD3F3CC-43C0-4D89-8743-662A3C83EEB9}"/>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316D53B-9E12-4C92-BDA3-E45FEEB95B4D}"/>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94D1EE17-3BE5-448B-9250-9F84CBB3D880}"/>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5F198F2A-476E-405A-B6EF-57394B3FF687}"/>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16286386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5BAE280-16B2-4C36-9ABA-D67D6C6CF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0E8F1D-2AF9-44A5-8283-21CF6CFC89B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6057F7AD-C772-4771-9AFE-91DFA0DA00D7}"/>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EBF1A3E6-708B-49A7-8C83-34CF5D6B3686}"/>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618B1600-FCDE-46B8-8F90-EE86CF5EE9D8}"/>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D540ED39-05FF-4CEE-AEAC-A76C723D5CB8}"/>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Students and staff</a:t>
            </a:r>
          </a:p>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use one browser</a:t>
            </a:r>
          </a:p>
        </p:txBody>
      </p:sp>
      <p:sp>
        <p:nvSpPr>
          <p:cNvPr id="7" name="">
            <a:extLst xmlns:a="http://schemas.openxmlformats.org/drawingml/2006/main">
              <a:ext uri="{FF2B5EF4-FFF2-40B4-BE49-F238E27FC236}">
                <a16:creationId xmlns:a16="http://schemas.microsoft.com/office/drawing/2014/main" id="{37C7A4CE-063A-4EBD-B383-A4D8E2598EDB}"/>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51CEC4-C3D8-4D3D-BCA2-5307935C8E71}"/>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F15310D0-C3BB-432C-8F44-C20F38BF730F}"/>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42C7F822-5E9E-4FF5-B9D7-B69DE00E25EA}"/>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AD3399DE-1C21-4545-8106-0A36EA4A86B4}"/>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5E490522-67DB-42BB-B132-B49FC0E7BA42}"/>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93141093-4A1A-4C03-B136-7E423FDBCA80}"/>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BB232EBE-0509-459C-80BB-5CE42E59F1F8}"/>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9028055C-8ED1-4525-BFC8-B869C83847A9}"/>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Keeps uploaded</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documents 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F4FE5D56-3BA8-4D59-A080-16DB89B06C1C}"/>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E0343D4-F465-46B3-B895-5F8D42E82DCE}"/>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577DE9E5-507D-40BD-B100-AC724E199A55}"/>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FD60F4CE-378F-4FF4-88AB-063931C2B961}"/>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531341349"/>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1AB9696-E35F-4FE6-A700-0D2C58F3B21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79DDAB-B836-4E08-9B9C-855FC61BD0E4}"/>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666903C7-C5E4-4801-AA23-C75C74753944}"/>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00FA764E-F147-4229-BB50-C7315712FFF1}"/>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36</a:t>
            </a:r>
          </a:p>
        </p:txBody>
      </p:sp>
      <p:sp>
        <p:nvSpPr>
          <p:cNvPr id="5" name="">
            <a:extLst xmlns:a="http://schemas.openxmlformats.org/drawingml/2006/main">
              <a:ext uri="{FF2B5EF4-FFF2-40B4-BE49-F238E27FC236}">
                <a16:creationId xmlns:a16="http://schemas.microsoft.com/office/drawing/2014/main" id="{58D73333-07EE-4BFF-8F74-FD27BF1FA8A5}"/>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0E33A080-87BD-43EE-A793-453EB5B001AA}"/>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6F82EB50-F871-45CB-9671-A9882A9BA9A1}"/>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D639C0F9-DB7A-4238-8A28-CD443D741C75}"/>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V61</a:t>
            </a:r>
          </a:p>
        </p:txBody>
      </p:sp>
      <p:sp>
        <p:nvSpPr>
          <p:cNvPr id="9" name="">
            <a:extLst xmlns:a="http://schemas.openxmlformats.org/drawingml/2006/main">
              <a:ext uri="{FF2B5EF4-FFF2-40B4-BE49-F238E27FC236}">
                <a16:creationId xmlns:a16="http://schemas.microsoft.com/office/drawing/2014/main" id="{141FBED6-92E8-4C50-8F5D-26A7A12D7910}"/>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246CAD46-58D1-4F6D-B7FF-3766070BAB41}"/>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B06CAE-F1B8-443C-8D8E-7900A32348F5}"/>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554C9A0A-009C-4AF2-AE87-82A10B3B553D}"/>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8A50536A-F7A1-4203-B39E-AAE3362F1A1C}"/>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CBB549A-5776-480B-B649-04940299FDEE}"/>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4D62530E-3E2A-4156-B912-2DAE94F94812}"/>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AI assistance requires policy review</a:t>
            </a:r>
          </a:p>
        </p:txBody>
      </p:sp>
      <p:sp>
        <p:nvSpPr>
          <p:cNvPr id="16" name="">
            <a:extLst xmlns:a="http://schemas.openxmlformats.org/drawingml/2006/main">
              <a:ext uri="{FF2B5EF4-FFF2-40B4-BE49-F238E27FC236}">
                <a16:creationId xmlns:a16="http://schemas.microsoft.com/office/drawing/2014/main" id="{46761476-224E-457E-84F4-58BA5B4A3ED4}"/>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186F567C-6A31-4AE4-880F-BBF6BFA996F6}"/>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34720249"/>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BD6C49-5C6A-4D8F-B17B-45E1A8F62434}"/>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878F6200-0646-490F-A34A-EABB46BCF547}"/>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411E338D-F4A2-4903-88EC-AC81C70ABDE7}"/>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E2035D-8EC5-4A5B-878D-8C5EC69103F0}"/>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A94B051F-E757-499C-8166-F4A663438C27}"/>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CDA0196-D449-41B2-9C20-BC07B315A633}"/>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Recommended next step: stakeholder user testing</a:t>
            </a:r>
          </a:p>
        </p:txBody>
      </p:sp>
      <p:sp>
        <p:nvSpPr>
          <p:cNvPr id="7" name="">
            <a:extLst xmlns:a="http://schemas.openxmlformats.org/drawingml/2006/main">
              <a:ext uri="{FF2B5EF4-FFF2-40B4-BE49-F238E27FC236}">
                <a16:creationId xmlns:a16="http://schemas.microsoft.com/office/drawing/2014/main" id="{CB6906A3-D1AF-4D71-B2EF-C93FA09321E3}"/>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1312578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2026-09-08T17:05:31.7450000Z</dcterms:created>
  <dcterms:modified xsi:type="dcterms:W3CDTF">2026-09-08T17:05:31.7450000Z</dcterms:modified>
</coreProperties>
</file>