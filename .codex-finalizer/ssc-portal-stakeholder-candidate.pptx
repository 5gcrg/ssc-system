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19151834744d3a" /><Relationship Type="http://schemas.openxmlformats.org/officeDocument/2006/relationships/extended-properties" Target="/docProps/app.xml" Id="Rf6028196c0c64285" /><Relationship Type="http://schemas.openxmlformats.org/officeDocument/2006/relationships/officeDocument" Target="/ppt/presentation.xml" Id="R5297e2cec4b44ea8" /></Relationships>
</file>

<file path=ppt/presentation.xml><?xml version="1.0" encoding="utf-8"?>
<p:presentation xmlns:p="http://schemas.openxmlformats.org/presentationml/2006/main">
  <p:sldMasterIdLst>
    <p:sldMasterId xmlns:r="http://schemas.openxmlformats.org/officeDocument/2006/relationships" id="2147483648" r:id="Rdb17db9da8f842f8"/>
  </p:sldMasterIdLst>
  <p:notesMasterIdLst>
    <p:notesMasterId xmlns:r="http://schemas.openxmlformats.org/officeDocument/2006/relationships" r:id="R09dbf95f95bf4fb7"/>
  </p:notesMasterIdLst>
  <p:sldIdLst>
    <p:sldId xmlns:r="http://schemas.openxmlformats.org/officeDocument/2006/relationships" id="256" r:id="Rb516440f615e4684"/>
    <p:sldId xmlns:r="http://schemas.openxmlformats.org/officeDocument/2006/relationships" id="257" r:id="Re163eb8c10344df0"/>
    <p:sldId xmlns:r="http://schemas.openxmlformats.org/officeDocument/2006/relationships" id="258" r:id="R9defb621de284290"/>
    <p:sldId xmlns:r="http://schemas.openxmlformats.org/officeDocument/2006/relationships" id="259" r:id="R32e026b9261a4445"/>
    <p:sldId xmlns:r="http://schemas.openxmlformats.org/officeDocument/2006/relationships" id="260" r:id="R1c65fb42cb504f9e"/>
    <p:sldId xmlns:r="http://schemas.openxmlformats.org/officeDocument/2006/relationships" id="261" r:id="Rb87c2f1f58ac48f7"/>
    <p:sldId xmlns:r="http://schemas.openxmlformats.org/officeDocument/2006/relationships" id="262" r:id="R892d5d92b211475e"/>
    <p:sldId xmlns:r="http://schemas.openxmlformats.org/officeDocument/2006/relationships" id="263" r:id="Re2892761a2e240f3"/>
    <p:sldId xmlns:r="http://schemas.openxmlformats.org/officeDocument/2006/relationships" id="264" r:id="R0294f032cb1843f1"/>
    <p:sldId xmlns:r="http://schemas.openxmlformats.org/officeDocument/2006/relationships" id="265" r:id="Rbd8726741de64f97"/>
    <p:sldId xmlns:r="http://schemas.openxmlformats.org/officeDocument/2006/relationships" id="266" r:id="R7f6767388f2c4726"/>
    <p:sldId xmlns:r="http://schemas.openxmlformats.org/officeDocument/2006/relationships" id="267" r:id="R9b229682190349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33d40618b846bb" /><Relationship Type="http://schemas.openxmlformats.org/officeDocument/2006/relationships/slideMaster" Target="/ppt/slideMasters/slideMaster1.xml" Id="Rdb17db9da8f842f8" /><Relationship Type="http://schemas.openxmlformats.org/officeDocument/2006/relationships/notesMaster" Target="/ppt/notesMasters/notesMaster1.xml" Id="R09dbf95f95bf4fb7" /><Relationship Type="http://schemas.openxmlformats.org/officeDocument/2006/relationships/presProps" Target="/ppt/presProps.xml" Id="Rdc950bffacfa4a57" /><Relationship Type="http://schemas.openxmlformats.org/officeDocument/2006/relationships/tableStyles" Target="/ppt/tableStyles.xml" Id="Re776c5bd744d4042" /><Relationship Type="http://schemas.openxmlformats.org/officeDocument/2006/relationships/slide" Target="/ppt/slides/slide1.xml" Id="Rb516440f615e4684" /><Relationship Type="http://schemas.openxmlformats.org/officeDocument/2006/relationships/slide" Target="/ppt/slides/slide2.xml" Id="Re163eb8c10344df0" /><Relationship Type="http://schemas.openxmlformats.org/officeDocument/2006/relationships/slide" Target="/ppt/slides/slide3.xml" Id="R9defb621de284290" /><Relationship Type="http://schemas.openxmlformats.org/officeDocument/2006/relationships/slide" Target="/ppt/slides/slide4.xml" Id="R32e026b9261a4445" /><Relationship Type="http://schemas.openxmlformats.org/officeDocument/2006/relationships/slide" Target="/ppt/slides/slide5.xml" Id="R1c65fb42cb504f9e" /><Relationship Type="http://schemas.openxmlformats.org/officeDocument/2006/relationships/slide" Target="/ppt/slides/slide6.xml" Id="Rb87c2f1f58ac48f7" /><Relationship Type="http://schemas.openxmlformats.org/officeDocument/2006/relationships/slide" Target="/ppt/slides/slide7.xml" Id="R892d5d92b211475e" /><Relationship Type="http://schemas.openxmlformats.org/officeDocument/2006/relationships/slide" Target="/ppt/slides/slide8.xml" Id="Re2892761a2e240f3" /><Relationship Type="http://schemas.openxmlformats.org/officeDocument/2006/relationships/slide" Target="/ppt/slides/slide9.xml" Id="R0294f032cb1843f1" /><Relationship Type="http://schemas.openxmlformats.org/officeDocument/2006/relationships/slide" Target="/ppt/slides/slide10.xml" Id="Rbd8726741de64f97" /><Relationship Type="http://schemas.openxmlformats.org/officeDocument/2006/relationships/slide" Target="/ppt/slides/slide11.xml" Id="R7f6767388f2c4726" /><Relationship Type="http://schemas.openxmlformats.org/officeDocument/2006/relationships/slide" Target="/ppt/slides/slide12.xml" Id="R9b229682190349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3b24b944414a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1edd1cfe9f4f26" /><Relationship Type="http://schemas.openxmlformats.org/officeDocument/2006/relationships/notesMaster" Target="/ppt/notesMasters/notesMaster1.xml" Id="R81fb1a3ef72449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93cbafc5fb4537" /><Relationship Type="http://schemas.openxmlformats.org/officeDocument/2006/relationships/notesMaster" Target="/ppt/notesMasters/notesMaster1.xml" Id="Re12c4534ad3947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65e5b37a844b52" /><Relationship Type="http://schemas.openxmlformats.org/officeDocument/2006/relationships/notesMaster" Target="/ppt/notesMasters/notesMaster1.xml" Id="Rbf02be4b166644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d241277688484b" /><Relationship Type="http://schemas.openxmlformats.org/officeDocument/2006/relationships/notesMaster" Target="/ppt/notesMasters/notesMaster1.xml" Id="R81a9ad96d44a41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80f96831a3454e" /><Relationship Type="http://schemas.openxmlformats.org/officeDocument/2006/relationships/notesMaster" Target="/ppt/notesMasters/notesMaster1.xml" Id="Rc227b67b12d345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31abfd2ded4b2e" /><Relationship Type="http://schemas.openxmlformats.org/officeDocument/2006/relationships/notesMaster" Target="/ppt/notesMasters/notesMaster1.xml" Id="Rbb535d3e511e49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b0528ad760454a" /><Relationship Type="http://schemas.openxmlformats.org/officeDocument/2006/relationships/notesMaster" Target="/ppt/notesMasters/notesMaster1.xml" Id="R9548efc80be7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fb965202e642e4" /><Relationship Type="http://schemas.openxmlformats.org/officeDocument/2006/relationships/notesMaster" Target="/ppt/notesMasters/notesMaster1.xml" Id="Recd74c929d964e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aa6f9c2ea04c72" /><Relationship Type="http://schemas.openxmlformats.org/officeDocument/2006/relationships/notesMaster" Target="/ppt/notesMasters/notesMaster1.xml" Id="R5f5a23a4bbdf4f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80a365ecdd4cef" /><Relationship Type="http://schemas.openxmlformats.org/officeDocument/2006/relationships/notesMaster" Target="/ppt/notesMasters/notesMaster1.xml" Id="R63ca9d9e97f245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7533a21ed94ad0" /><Relationship Type="http://schemas.openxmlformats.org/officeDocument/2006/relationships/notesMaster" Target="/ppt/notesMasters/notesMaster1.xml" Id="Rbebaef5b246441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2a82b4210a471b" /><Relationship Type="http://schemas.openxmlformats.org/officeDocument/2006/relationships/notesMaster" Target="/ppt/notesMasters/notesMaster1.xml" Id="R8fc9c3912ca441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V61;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36 backend tests, 12 browser scenarios, and a clean database setup through migration V61.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V1–V61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37fad64ea14b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151cc7795e466d" /><Relationship Type="http://schemas.openxmlformats.org/officeDocument/2006/relationships/slideLayout" Target="/ppt/slideLayouts/slideLayout1.xml" Id="R8d5e3e4fe6cc43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5e3e4fe6cc43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cb8e46e5de4afd" /><Relationship Type="http://schemas.openxmlformats.org/officeDocument/2006/relationships/image" Target="/ppt/media/image.png" Id="R0732b33cfcbb4804" /><Relationship Type="http://schemas.openxmlformats.org/officeDocument/2006/relationships/notesSlide" Target="/ppt/notesSlides/notesSlide1.xml" Id="Ra25f1109d28541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2f5477407b483c" /><Relationship Type="http://schemas.openxmlformats.org/officeDocument/2006/relationships/notesSlide" Target="/ppt/notesSlides/notesSlide2.xml" Id="Rcaf57824cad141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3565381d144331" /><Relationship Type="http://schemas.openxmlformats.org/officeDocument/2006/relationships/notesSlide" Target="/ppt/notesSlides/notesSlide3.xml" Id="R2afd87af1fb444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072ff454704e63" /><Relationship Type="http://schemas.openxmlformats.org/officeDocument/2006/relationships/image" Target="/ppt/media/image2.png" Id="Ra96b3e4e5a0f4cc6" /><Relationship Type="http://schemas.openxmlformats.org/officeDocument/2006/relationships/notesSlide" Target="/ppt/notesSlides/notesSlide4.xml" Id="Rdbb59b5ae1ca46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a72bdcda9943a3" /><Relationship Type="http://schemas.openxmlformats.org/officeDocument/2006/relationships/image" Target="/ppt/media/image3.png" Id="R05cb317b8fcd42f7" /><Relationship Type="http://schemas.openxmlformats.org/officeDocument/2006/relationships/notesSlide" Target="/ppt/notesSlides/notesSlide5.xml" Id="Rf930f732b31c42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301b7437d34332" /><Relationship Type="http://schemas.openxmlformats.org/officeDocument/2006/relationships/image" Target="/ppt/media/image4.png" Id="Rc1619a042aaa4d66" /><Relationship Type="http://schemas.openxmlformats.org/officeDocument/2006/relationships/notesSlide" Target="/ppt/notesSlides/notesSlide6.xml" Id="Rd0890b8e777b4c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dbf37c59d246dc" /><Relationship Type="http://schemas.openxmlformats.org/officeDocument/2006/relationships/image" Target="/ppt/media/image5.png" Id="R8291f4246f864501" /><Relationship Type="http://schemas.openxmlformats.org/officeDocument/2006/relationships/notesSlide" Target="/ppt/notesSlides/notesSlide7.xml" Id="R861e6add2d5b43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0b3bc82468422b" /><Relationship Type="http://schemas.openxmlformats.org/officeDocument/2006/relationships/image" Target="/ppt/media/image6.png" Id="Rb3624c6e799f480c" /><Relationship Type="http://schemas.openxmlformats.org/officeDocument/2006/relationships/image" Target="/ppt/media/image7.png" Id="Ree77aa01a19547e8" /><Relationship Type="http://schemas.openxmlformats.org/officeDocument/2006/relationships/image" Target="/ppt/media/image8.png" Id="R6ddd30a841fd486a" /><Relationship Type="http://schemas.openxmlformats.org/officeDocument/2006/relationships/notesSlide" Target="/ppt/notesSlides/notesSlide8.xml" Id="Rbc2da3be38364b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fe3951381a40a8" /><Relationship Type="http://schemas.openxmlformats.org/officeDocument/2006/relationships/notesSlide" Target="/ppt/notesSlides/notesSlide9.xml" Id="Rabac4e01f5aa45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672a28a2e04ce4" /><Relationship Type="http://schemas.openxmlformats.org/officeDocument/2006/relationships/notesSlide" Target="/ppt/notesSlides/notesSlide10.xml" Id="R598ed2f46be348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62ef7d667044a3" /><Relationship Type="http://schemas.openxmlformats.org/officeDocument/2006/relationships/notesSlide" Target="/ppt/notesSlides/notesSlide11.xml" Id="Rd68829f5fd6147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9667c665a8047ed" /><Relationship Type="http://schemas.openxmlformats.org/officeDocument/2006/relationships/notesSlide" Target="/ppt/notesSlides/notesSlide12.xml" Id="R1812f1d0058441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D5D503-4528-4FE7-BBB9-73D6AE90DEF2}"/>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724256-43F6-49C0-A352-9A7D72D236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802C1B-681F-4052-9E7B-34C96A5C9794}"/>
              </a:ext>
            </a:extLst>
          </p:cNvPr>
          <p:cNvSpPr>
            <a:spLocks xmlns:a="http://schemas.openxmlformats.org/drawingml/2006/main" noGrp="1"/>
          </p:cNvSpPr>
          <p:nvPr/>
        </p:nvSpPr>
        <p:spPr>
          <a:xfrm xmlns:a="http://schemas.openxmlformats.org/drawingml/2006/main">
            <a:off x="5905500" y="0"/>
            <a:ext cx="6286500" cy="6858000"/>
          </a:xfrm>
          <a:prstGeom xmlns:a="http://schemas.openxmlformats.org/drawingml/2006/main" prst="rect">
            <a:avLst/>
          </a:prstGeom>
          <a:solidFill xmlns:a="http://schemas.openxmlformats.org/drawingml/2006/main">
            <a:srgbClr val="F5F6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3BBD4E-8FDC-4A25-B4A2-FB82AD62ABF5}"/>
              </a:ext>
            </a:extLst>
          </p:cNvPr>
          <p:cNvSpPr>
            <a:spLocks xmlns:a="http://schemas.openxmlformats.org/drawingml/2006/main" noGrp="1"/>
          </p:cNvSpPr>
          <p:nvPr/>
        </p:nvSpPr>
        <p:spPr>
          <a:xfrm xmlns:a="http://schemas.openxmlformats.org/drawingml/2006/main">
            <a:off x="6257925" y="1247775"/>
            <a:ext cx="5581650" cy="3124200"/>
          </a:xfrm>
          <a:prstGeom xmlns:a="http://schemas.openxmlformats.org/drawingml/2006/main" prst="roundRect">
            <a:avLst>
              <a:gd name="adj" fmla="val 5488"/>
            </a:avLst>
          </a:prstGeom>
          <a:solidFill xmlns:a="http://schemas.openxmlformats.org/drawingml/2006/main">
            <a:srgbClr val="FFFFFF"/>
          </a:solidFill>
          <a:ln xmlns:a="http://schemas.openxmlformats.org/drawingml/2006/main" w="9525">
            <a:solidFill>
              <a:srgbClr val="D9DDE3"/>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732b33cfcbb4804"/>
          <a:stretch xmlns:a="http://schemas.openxmlformats.org/drawingml/2006/main"/>
        </p:blipFill>
        <p:spPr>
          <a:xfrm xmlns:a="http://schemas.openxmlformats.org/drawingml/2006/main">
            <a:off x="6381750" y="1485409"/>
            <a:ext cx="5334000" cy="2648933"/>
          </a:xfrm>
          <a:prstGeom xmlns:a="http://schemas.openxmlformats.org/drawingml/2006/main" prst="roundRect">
            <a:avLst>
              <a:gd name="adj" fmla="val 3311"/>
            </a:avLst>
          </a:prstGeom>
        </p:spPr>
      </p:pic>
      <p:sp>
        <p:nvSpPr>
          <p:cNvPr id="6" name="">
            <a:extLst xmlns:a="http://schemas.openxmlformats.org/drawingml/2006/main">
              <a:ext uri="{FF2B5EF4-FFF2-40B4-BE49-F238E27FC236}">
                <a16:creationId xmlns:a16="http://schemas.microsoft.com/office/drawing/2014/main" id="{A07B1F83-DB1E-4768-9164-72AE45007DA2}"/>
              </a:ext>
            </a:extLst>
          </p:cNvPr>
          <p:cNvSpPr>
            <a:spLocks xmlns:a="http://schemas.openxmlformats.org/drawingml/2006/main" noGrp="1"/>
          </p:cNvSpPr>
          <p:nvPr/>
        </p:nvSpPr>
        <p:spPr>
          <a:xfrm xmlns:a="http://schemas.openxmlformats.org/drawingml/2006/main">
            <a:off x="6724650" y="4895850"/>
            <a:ext cx="400050" cy="47625"/>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371671-16E0-4D8B-B745-BE270093CC93}"/>
              </a:ext>
            </a:extLst>
          </p:cNvPr>
          <p:cNvSpPr>
            <a:spLocks xmlns:a="http://schemas.openxmlformats.org/drawingml/2006/main" noGrp="1"/>
          </p:cNvSpPr>
          <p:nvPr/>
        </p:nvSpPr>
        <p:spPr>
          <a:xfrm xmlns:a="http://schemas.openxmlformats.org/drawingml/2006/main">
            <a:off x="6724650" y="51339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One shared workflow for student activities</a:t>
            </a:r>
          </a:p>
        </p:txBody>
      </p:sp>
      <p:sp>
        <p:nvSpPr>
          <p:cNvPr id="8" name="">
            <a:extLst xmlns:a="http://schemas.openxmlformats.org/drawingml/2006/main">
              <a:ext uri="{FF2B5EF4-FFF2-40B4-BE49-F238E27FC236}">
                <a16:creationId xmlns:a16="http://schemas.microsoft.com/office/drawing/2014/main" id="{483AD5BF-3908-4B7D-B778-4EF351C104FF}"/>
              </a:ext>
            </a:extLst>
          </p:cNvPr>
          <p:cNvSpPr>
            <a:spLocks xmlns:a="http://schemas.openxmlformats.org/drawingml/2006/main" noGrp="1"/>
          </p:cNvSpPr>
          <p:nvPr/>
        </p:nvSpPr>
        <p:spPr>
          <a:xfrm xmlns:a="http://schemas.openxmlformats.org/drawingml/2006/main">
            <a:off x="6724650" y="582930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B7280"/>
                </a:solidFill>
                <a:latin typeface="Segoe UI"/>
                <a:ea typeface="Segoe UI"/>
                <a:cs typeface="Segoe UI"/>
              </a:defRPr>
            </a:pPr>
            <a:r>
              <a:rPr sz="1275" b="0">
                <a:solidFill>
                  <a:srgbClr val="6B7280"/>
                </a:solidFill>
                <a:latin typeface="Segoe UI"/>
                <a:ea typeface="Segoe UI"/>
                <a:cs typeface="Segoe UI"/>
              </a:rPr>
              <a:t>For students, faculty moderators, and administrators</a:t>
            </a:r>
          </a:p>
        </p:txBody>
      </p:sp>
      <p:sp>
        <p:nvSpPr>
          <p:cNvPr id="9" name="">
            <a:extLst xmlns:a="http://schemas.openxmlformats.org/drawingml/2006/main">
              <a:ext uri="{FF2B5EF4-FFF2-40B4-BE49-F238E27FC236}">
                <a16:creationId xmlns:a16="http://schemas.microsoft.com/office/drawing/2014/main" id="{34054C0C-2773-4893-95C5-4364AE3CD964}"/>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10" name="">
            <a:extLst xmlns:a="http://schemas.openxmlformats.org/drawingml/2006/main">
              <a:ext uri="{FF2B5EF4-FFF2-40B4-BE49-F238E27FC236}">
                <a16:creationId xmlns:a16="http://schemas.microsoft.com/office/drawing/2014/main" id="{E500E53F-7A2A-4FB8-94A8-00D2F125F39D}"/>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11" name="">
            <a:extLst xmlns:a="http://schemas.openxmlformats.org/drawingml/2006/main">
              <a:ext uri="{FF2B5EF4-FFF2-40B4-BE49-F238E27FC236}">
                <a16:creationId xmlns:a16="http://schemas.microsoft.com/office/drawing/2014/main" id="{D7F09DB9-09D9-4CA7-A795-562F8EF5B712}"/>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12" name="">
            <a:extLst xmlns:a="http://schemas.openxmlformats.org/drawingml/2006/main">
              <a:ext uri="{FF2B5EF4-FFF2-40B4-BE49-F238E27FC236}">
                <a16:creationId xmlns:a16="http://schemas.microsoft.com/office/drawing/2014/main" id="{EACCDA93-B435-4BB3-A1A1-AA0B6B653391}"/>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1064792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FF4F718-4579-4D80-B40D-D4A8211DEA0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9C98A1-2EAD-47A3-AF99-B8DA11A950D8}"/>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0877BA8F-CE68-4D31-A660-D35A4D840FC5}"/>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5A3097E1-64ED-4524-A365-5C627D085D3F}"/>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636F82DD-2507-436E-8EEA-0D1DD2F2B656}"/>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AD1F8596-3FEE-4647-BC01-F56605C7B148}"/>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9C91BCC3-F112-44C4-9D04-95A70DBF171A}"/>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FE19C5CE-8159-4944-B2FD-C0E12BDC8D67}"/>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13C8F5C1-E8AC-4415-B5BC-6B3D3DE50E34}"/>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EA0928B7-7693-47A6-BCCB-B2B391D3C03D}"/>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AF1559B1-4552-4166-A091-3B791D7C7A5A}"/>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0CE715B1-BF06-458C-9711-2947A6E57775}"/>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9A1CAE89-3683-4059-AA7A-DBFAFF3ECDF1}"/>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8EBA97CF-CE53-4A99-923A-A251E1C1138B}"/>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53A14B7C-FE5C-494B-83C1-AE512A24C2A5}"/>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1402DDAE-6417-4C36-B9D6-5E98D48766E2}"/>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89A0D15B-B817-4B4E-BDAE-9AA257C9C24E}"/>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2D5F8599-E5CB-4331-89E9-1959A673180D}"/>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1152044583"/>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BCC535-9364-4ECA-AAF6-A312E21498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ECE9D-9437-4350-BD9B-2E36FBDA4AF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F67F7676-68A6-4A91-99F1-9EB5A4B5EA33}"/>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6429422E-881A-4DD6-86F3-C2761EC574D9}"/>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8B3D50EF-CC66-4110-80C3-57CD925397F2}"/>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8F0CF917-5573-45EE-B2B5-E420AA50FCFE}"/>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2EA994B8-5BCD-43B4-B57F-EA18F7942C2E}"/>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45CA63-29BA-4E5D-B3FF-6649D284FF93}"/>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5C2B4D6B-9292-4DF3-81CA-165C8A7EC53C}"/>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38715D01-535C-4063-B406-FE7F4AC46D47}"/>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2D832435-913B-4DFB-B309-5C71A7FC7548}"/>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AF25CE-C7BB-4EC4-BCAA-81727152CF94}"/>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D91943AB-7BEC-41B9-AB01-9F125B9D653F}"/>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837C806C-CDE5-476F-8D52-0397CAD5FB2F}"/>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0E47F20E-9C65-4687-9D36-33C43A7FA03C}"/>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13620506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2E3C6F-E9CB-4FBA-8AE6-FE0E39ED81C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90BBD4-AB3C-442B-92E1-8870980CF613}"/>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EDA46ECA-D646-4EE3-B0DA-50EEF53E0716}"/>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1AEB43FC-274E-4096-8F22-DAB81EC75ABE}"/>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207774-ACF3-4118-A2B0-0C7DC14EC616}"/>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2ADFA32B-09BC-413B-86D5-85699E7C6381}"/>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96b3e4e5a0f4cc6"/>
          <a:srcRect xmlns:a="http://schemas.openxmlformats.org/drawingml/2006/main" l="12286" t="0" r="12286" b="0"/>
          <a:stretch xmlns:a="http://schemas.openxmlformats.org/drawingml/2006/main">
            <a:fillRect l="0" t="0" r="0" b="0"/>
          </a:stretch>
        </p:blipFill>
        <p:spPr>
          <a:xfrm xmlns:a="http://schemas.openxmlformats.org/drawingml/2006/main">
            <a:off x="5286375" y="1409700"/>
            <a:ext cx="6286500" cy="4143375"/>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C17F3D9A-6E22-4940-9D8B-3914FEFEE985}"/>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500072464"/>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9076E78-2124-46D6-9736-6FDF1B1D5BD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854C77-96C3-4AC7-A7E8-47611097439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EB691563-7EFE-4E58-9CEF-D9554F345BDD}"/>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5cb317b8fcd42f7"/>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A04A2A2A-6A2D-49F2-8D32-E323A6263410}"/>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9E28B381-FEF9-4693-A147-7D08FDAC9AC5}"/>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CAB2614F-A457-436B-BF8D-D5BBD37BAA93}"/>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13247971-4080-486B-8CEE-EE8659A91CEC}"/>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6A5E5E68-77C8-49AA-899E-B89A4B62B5BC}"/>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F050365F-43E9-474B-BBB3-8932F0FF3F3A}"/>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67FD32C1-8E47-409A-8C0A-5BFB8294BC22}"/>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B4DA4A7C-891B-4B59-B047-148D084E3FFF}"/>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53098FC2-E44B-429C-9076-7A34D0BDD4A6}"/>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7B85FAE7-B76E-4802-8A88-309CC164E246}"/>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551817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2B35BE8-9C78-4594-A4B1-096420758B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7F0284-79DB-4927-8DD7-EA2862E4DA2F}"/>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1619a042aaa4d66"/>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25D8AFF0-15AB-45FF-A4C8-57626B7BD1B8}"/>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5A78F78C-FDAE-49B9-B940-9AB78E4C38E3}"/>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853AD8-BB07-40F0-91C0-9A035AAC6032}"/>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BFC9F110-F787-4545-B072-CD02B8E59137}"/>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DB449297-5D8F-4F6B-894A-564318D1953D}"/>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6A55FA-ED9B-44CF-A748-7F0C80FA4B30}"/>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C22CFE4D-918E-48F2-BEBE-2E31DB8A7CA1}"/>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ADC0333E-4EE8-4AE9-9A1B-8166367F9CB8}"/>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D7D0B8E-F2CD-41E0-A6BA-7394C793DE84}"/>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D285646A-817D-42C3-BF04-729D6D71FBFD}"/>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0F909E61-43D7-4F7B-908E-7A8B52C0FECB}"/>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1199808177"/>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2EE859-AD66-43D6-B53F-89013AA6E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0D5E86-5E87-4432-88DC-D000560AC091}"/>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28653BE7-497E-4DE6-B422-E6FC91474958}"/>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291f4246f864501"/>
          <a:srcRect xmlns:a="http://schemas.openxmlformats.org/drawingml/2006/main" l="0" t="8895" r="0" b="8895"/>
          <a:stretch xmlns:a="http://schemas.openxmlformats.org/drawingml/2006/main">
            <a:fillRect l="0" t="0" r="0" b="0"/>
          </a:stretch>
        </p:blipFill>
        <p:spPr>
          <a:xfrm xmlns:a="http://schemas.openxmlformats.org/drawingml/2006/main">
            <a:off x="590550" y="1428750"/>
            <a:ext cx="11010900"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1DD2E2F9-BDDF-4A7F-8DDD-AF7FFD8A69D0}"/>
              </a:ext>
            </a:extLst>
          </p:cNvPr>
          <p:cNvSpPr>
            <a:spLocks xmlns:a="http://schemas.openxmlformats.org/drawingml/2006/main" noGrp="1"/>
          </p:cNvSpPr>
          <p:nvPr/>
        </p:nvSpPr>
        <p:spPr>
          <a:xfrm xmlns:a="http://schemas.openxmlformats.org/drawingml/2006/main">
            <a:off x="8239125" y="5219700"/>
            <a:ext cx="2905125" cy="552450"/>
          </a:xfrm>
          <a:prstGeom xmlns:a="http://schemas.openxmlformats.org/drawingml/2006/main" prst="roundRect">
            <a:avLst>
              <a:gd name="adj" fmla="val 24138"/>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0A962E-409D-4D56-B9DB-A8C971FD909F}"/>
              </a:ext>
            </a:extLst>
          </p:cNvPr>
          <p:cNvSpPr>
            <a:spLocks xmlns:a="http://schemas.openxmlformats.org/drawingml/2006/main" noGrp="1"/>
          </p:cNvSpPr>
          <p:nvPr/>
        </p:nvSpPr>
        <p:spPr>
          <a:xfrm xmlns:a="http://schemas.openxmlformats.org/drawingml/2006/main">
            <a:off x="8420100" y="5391150"/>
            <a:ext cx="2543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FFFFFF"/>
                </a:solidFill>
                <a:latin typeface="Segoe UI"/>
                <a:ea typeface="Segoe UI"/>
                <a:cs typeface="Segoe UI"/>
              </a:defRPr>
            </a:pPr>
            <a:r>
              <a:rPr sz="1425" b="1">
                <a:solidFill>
                  <a:srgbClr val="FFFFFF"/>
                </a:solidFill>
                <a:latin typeface="Segoe UI"/>
                <a:ea typeface="Segoe UI"/>
                <a:cs typeface="Segoe UI"/>
              </a:rPr>
              <a:t>Status stays visible</a:t>
            </a:r>
          </a:p>
        </p:txBody>
      </p:sp>
      <p:sp>
        <p:nvSpPr>
          <p:cNvPr id="7" name="">
            <a:extLst xmlns:a="http://schemas.openxmlformats.org/drawingml/2006/main">
              <a:ext uri="{FF2B5EF4-FFF2-40B4-BE49-F238E27FC236}">
                <a16:creationId xmlns:a16="http://schemas.microsoft.com/office/drawing/2014/main" id="{DFA82506-A9C9-4E4F-A2EB-966E25B5492D}"/>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17166134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420020A-172A-40CB-B7AC-76AA20E7478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8FA79E-4658-4E93-A380-22310EFD38EA}"/>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04C3939F-E35A-4A62-9BCD-5F94202846F7}"/>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B3C91A70-8C56-4B74-8582-4EEB69D8113D}"/>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68B049DC-F631-46C3-B7C1-F9DF3F8DC100}"/>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0666712B-C08F-40C5-A2E0-279B8504B151}"/>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A9A4A680-3C85-4399-9EFB-AB675BE91632}"/>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A922A43F-4935-4C15-8B1D-A264F37E10E4}"/>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F4E2AA0D-D92A-4631-99B6-DE0D9B0B79C6}"/>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3624c6e799f480c"/>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sp>
        <p:nvSpPr>
          <p:cNvPr id="11" name="">
            <a:extLst xmlns:a="http://schemas.openxmlformats.org/drawingml/2006/main">
              <a:ext uri="{FF2B5EF4-FFF2-40B4-BE49-F238E27FC236}">
                <a16:creationId xmlns:a16="http://schemas.microsoft.com/office/drawing/2014/main" id="{75CA632A-5942-49A0-A5D1-4BB808E18783}"/>
              </a:ext>
            </a:extLst>
          </p:cNvPr>
          <p:cNvSpPr>
            <a:spLocks xmlns:a="http://schemas.openxmlformats.org/drawingml/2006/main" noGrp="1"/>
          </p:cNvSpPr>
          <p:nvPr/>
        </p:nvSpPr>
        <p:spPr>
          <a:xfrm xmlns:a="http://schemas.openxmlformats.org/drawingml/2006/main">
            <a:off x="666750" y="3048000"/>
            <a:ext cx="3000375" cy="2819400"/>
          </a:xfrm>
          <a:prstGeom xmlns:a="http://schemas.openxmlformats.org/drawingml/2006/main" prst="roundRect">
            <a:avLst>
              <a:gd name="adj" fmla="val 4054"/>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33F7D0-AE90-43A6-8FAF-ABB87DD36C6F}"/>
              </a:ext>
            </a:extLst>
          </p:cNvPr>
          <p:cNvSpPr>
            <a:spLocks xmlns:a="http://schemas.openxmlformats.org/drawingml/2006/main" noGrp="1"/>
          </p:cNvSpPr>
          <p:nvPr/>
        </p:nvSpPr>
        <p:spPr>
          <a:xfrm xmlns:a="http://schemas.openxmlformats.org/drawingml/2006/main">
            <a:off x="895350" y="3905250"/>
            <a:ext cx="76200" cy="819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581047-FF15-4702-A8BC-DCFBAB296AA1}"/>
              </a:ext>
            </a:extLst>
          </p:cNvPr>
          <p:cNvSpPr>
            <a:spLocks xmlns:a="http://schemas.openxmlformats.org/drawingml/2006/main" noGrp="1"/>
          </p:cNvSpPr>
          <p:nvPr/>
        </p:nvSpPr>
        <p:spPr>
          <a:xfrm xmlns:a="http://schemas.openxmlformats.org/drawingml/2006/main">
            <a:off x="1162050" y="4019550"/>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Personal student details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hidden for presentation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e77aa01a19547e8"/>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ddd30a841fd486a"/>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6" name="">
            <a:extLst xmlns:a="http://schemas.openxmlformats.org/drawingml/2006/main">
              <a:ext uri="{FF2B5EF4-FFF2-40B4-BE49-F238E27FC236}">
                <a16:creationId xmlns:a16="http://schemas.microsoft.com/office/drawing/2014/main" id="{6B47B59D-9F12-4925-A740-036B773D9B82}"/>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2111917239"/>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634D6E-2FA9-4422-8241-BCB1B225E1E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3AE538-5658-4E56-8CDD-D80DD3F30F06}"/>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E82A000B-0458-4611-BE44-D03AA5131CAE}"/>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9175A9DE-19E3-4722-8C19-F1A4BC4FEE95}"/>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868505DF-9E3D-4393-B41E-D00D234C1C13}"/>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B88E7F-3C8E-4379-816C-A1F12B360AA2}"/>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37138961-6D72-4F52-B089-9DD1C85E015F}"/>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474649C4-472A-4DAF-82F2-EC737A7DC33C}"/>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A0E62C-EDC4-45DC-B9D1-AB0A7AE35278}"/>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C72F020D-D51C-476A-A5D1-35B74FAC76BF}"/>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E397D3DA-6ED2-40D6-BE47-12723BCEEAE7}"/>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EA0065-B818-46FE-A636-CAF79C67FA2A}"/>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EAF3CE8A-40EA-45E8-8936-287015224BCA}"/>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8C42E506-A648-4523-BE01-283DA46350B2}"/>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15189792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66CCA9-2FA5-4596-9AAB-31735D1B11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1202DC-0ADD-4971-8B5D-B6B638E863BB}"/>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9B0A622D-7FF4-4764-8884-20C1D9E5B49D}"/>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E540F9D5-4A2B-4198-ADC0-86ECB4656671}"/>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45AC2C6A-C8F6-4287-8058-7ED3EF7EEB70}"/>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B217462F-FE63-4F61-B7B4-FAEE79676B0F}"/>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5171C"/>
                </a:solidFill>
                <a:latin typeface="Segoe UI"/>
                <a:ea typeface="Segoe UI"/>
                <a:cs typeface="Segoe UI"/>
              </a:defRPr>
            </a:pPr>
            <a:r>
              <a:rPr sz="1500" b="1">
                <a:solidFill>
                  <a:srgbClr val="15171C"/>
                </a:solidFill>
                <a:latin typeface="Segoe UI"/>
                <a:ea typeface="Segoe UI"/>
                <a:cs typeface="Segoe UI"/>
              </a:rPr>
              <a:t>Students and staff</a:t>
            </a:r>
          </a:p>
          <a:p xmlns:a="http://schemas.openxmlformats.org/drawingml/2006/main">
            <a:pPr algn="l">
              <a:defRPr sz="1500" b="1">
                <a:solidFill>
                  <a:srgbClr val="15171C"/>
                </a:solidFill>
                <a:latin typeface="Segoe UI"/>
                <a:ea typeface="Segoe UI"/>
                <a:cs typeface="Segoe UI"/>
              </a:defRPr>
            </a:pPr>
            <a:r>
              <a:rPr sz="1500" b="1">
                <a:solidFill>
                  <a:srgbClr val="15171C"/>
                </a:solidFill>
                <a:latin typeface="Segoe UI"/>
                <a:ea typeface="Segoe UI"/>
                <a:cs typeface="Segoe UI"/>
              </a:rPr>
              <a:t>use one portal</a:t>
            </a:r>
          </a:p>
        </p:txBody>
      </p:sp>
      <p:sp>
        <p:nvSpPr>
          <p:cNvPr id="7" name="">
            <a:extLst xmlns:a="http://schemas.openxmlformats.org/drawingml/2006/main">
              <a:ext uri="{FF2B5EF4-FFF2-40B4-BE49-F238E27FC236}">
                <a16:creationId xmlns:a16="http://schemas.microsoft.com/office/drawing/2014/main" id="{BF96E801-B664-42DC-AB9F-DC29C4F1E0F7}"/>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F8FCE8-89D4-42A7-81F3-20E3FE909E05}"/>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94CD0F98-DEE2-4537-84B7-9020B262270D}"/>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4B6BE65B-463C-4E34-82E4-8D6E4E9FB404}"/>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BDDB3E54-06A7-4017-919B-206382CA4F26}"/>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1937B449-FD3F-4213-B094-3B7CAEA9719E}"/>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C0C86203-B1B9-4DCD-9E0C-B07C42CFF2C0}"/>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9D96F9A6-81B3-465A-B088-87F6C0D4B477}"/>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E6181FD7-0EFD-4E56-B9E1-037649D81DB7}"/>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5171C"/>
                </a:solidFill>
                <a:latin typeface="Segoe UI"/>
                <a:ea typeface="Segoe UI"/>
                <a:cs typeface="Segoe UI"/>
              </a:defRPr>
            </a:pPr>
            <a:r>
              <a:rPr sz="1500" b="1">
                <a:solidFill>
                  <a:srgbClr val="15171C"/>
                </a:solidFill>
                <a:latin typeface="Segoe UI"/>
                <a:ea typeface="Segoe UI"/>
                <a:cs typeface="Segoe UI"/>
              </a:rPr>
              <a:t>Keeps uploaded files</a:t>
            </a:r>
          </a:p>
          <a:p xmlns:a="http://schemas.openxmlformats.org/drawingml/2006/main">
            <a:pPr algn="l">
              <a:defRPr sz="1500" b="1">
                <a:solidFill>
                  <a:srgbClr val="15171C"/>
                </a:solidFill>
                <a:latin typeface="Segoe UI"/>
                <a:ea typeface="Segoe UI"/>
                <a:cs typeface="Segoe UI"/>
              </a:defRPr>
            </a:pPr>
            <a:r>
              <a:rPr sz="1500" b="1">
                <a:solidFill>
                  <a:srgbClr val="15171C"/>
                </a:solidFill>
                <a:latin typeface="Segoe UI"/>
                <a:ea typeface="Segoe UI"/>
                <a:cs typeface="Segoe UI"/>
              </a:rPr>
              <a:t>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D1BE9EDD-DCFC-4BDC-A6CD-9152CCC99D55}"/>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07FEBF-87AB-4F7A-8832-A2DFCC7379BC}"/>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80B8DDB9-BDE1-46EB-BFFD-7065B5712DAC}"/>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D73D1019-DCE6-4AC7-8F3B-A1AB30B3AF7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2137981871"/>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3DAD2F0-36E8-4EBA-8961-664F4E5E308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DB8B19-48BF-4A33-BA17-C7B471AE66F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462257BD-66D7-4D2B-AD60-05A8BB3A1A5A}"/>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F5ACEF7A-F561-4EBC-A5E2-48DEB6D2236B}"/>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36</a:t>
            </a:r>
          </a:p>
        </p:txBody>
      </p:sp>
      <p:sp>
        <p:nvSpPr>
          <p:cNvPr id="5" name="">
            <a:extLst xmlns:a="http://schemas.openxmlformats.org/drawingml/2006/main">
              <a:ext uri="{FF2B5EF4-FFF2-40B4-BE49-F238E27FC236}">
                <a16:creationId xmlns:a16="http://schemas.microsoft.com/office/drawing/2014/main" id="{F8F8C003-1326-459A-9809-0884B500B585}"/>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205E4345-D8D5-4DD7-BD62-6977591A6BF3}"/>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0B30A9EE-9D47-4EA1-98BB-EB2100BD7BA0}"/>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4DAF10DC-A5D5-44B9-A673-C42C77CEA3E6}"/>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V61</a:t>
            </a:r>
          </a:p>
        </p:txBody>
      </p:sp>
      <p:sp>
        <p:nvSpPr>
          <p:cNvPr id="9" name="">
            <a:extLst xmlns:a="http://schemas.openxmlformats.org/drawingml/2006/main">
              <a:ext uri="{FF2B5EF4-FFF2-40B4-BE49-F238E27FC236}">
                <a16:creationId xmlns:a16="http://schemas.microsoft.com/office/drawing/2014/main" id="{903E5EE8-45C2-475D-BD8E-D6E38C338EB8}"/>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9E8D2B22-FF76-4399-AAE5-9163BDEBC855}"/>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AA8253-27AA-4AE8-A34E-71DB5AECFC1F}"/>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2AF8EE03-719D-4555-BE94-51BCA5C49401}"/>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DFAEDFF7-AC80-4246-9AAD-4E4727D41621}"/>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C48010-06E6-48F8-A15E-8947D6F00169}"/>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7751017E-BA8C-44D7-A271-22D0C179FD33}"/>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AI assistance requires policy review</a:t>
            </a:r>
          </a:p>
        </p:txBody>
      </p:sp>
      <p:sp>
        <p:nvSpPr>
          <p:cNvPr id="16" name="">
            <a:extLst xmlns:a="http://schemas.openxmlformats.org/drawingml/2006/main">
              <a:ext uri="{FF2B5EF4-FFF2-40B4-BE49-F238E27FC236}">
                <a16:creationId xmlns:a16="http://schemas.microsoft.com/office/drawing/2014/main" id="{25A01FC9-DC79-44A9-904C-03DF7FE59D60}"/>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4DFEC754-7613-4A03-AF94-74B52EE9D516}"/>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1621533321"/>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0FBE14-DA3A-4318-96A8-CF61AEAF773B}"/>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657199F0-BF49-44E1-9CC7-17DE1EC2DF87}"/>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208CF8B2-C53D-4A48-89EF-6A4F3A8601A7}"/>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D391C3-8317-4BB3-8AB3-5CCDFE602099}"/>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5E7B53B6-E6EA-4B20-A1B7-B95AEC1A2852}"/>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34E9A8-C08C-4662-94DA-E28E6AFDDDC6}"/>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Next step: stakeholder user testing</a:t>
            </a:r>
          </a:p>
        </p:txBody>
      </p:sp>
      <p:sp>
        <p:nvSpPr>
          <p:cNvPr id="7" name="">
            <a:extLst xmlns:a="http://schemas.openxmlformats.org/drawingml/2006/main">
              <a:ext uri="{FF2B5EF4-FFF2-40B4-BE49-F238E27FC236}">
                <a16:creationId xmlns:a16="http://schemas.microsoft.com/office/drawing/2014/main" id="{9FF2490E-87B1-44A7-A4E7-B91622329169}"/>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606536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2026-09-08T17:07:31.2270000Z</dcterms:created>
  <dcterms:modified xsi:type="dcterms:W3CDTF">2026-09-08T17:07:31.2270000Z</dcterms:modified>
</coreProperties>
</file>